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33"/>
  </p:notesMasterIdLst>
  <p:handoutMasterIdLst>
    <p:handoutMasterId r:id="rId34"/>
  </p:handoutMasterIdLst>
  <p:sldIdLst>
    <p:sldId id="258" r:id="rId5"/>
    <p:sldId id="270" r:id="rId6"/>
    <p:sldId id="269" r:id="rId7"/>
    <p:sldId id="259" r:id="rId8"/>
    <p:sldId id="271" r:id="rId9"/>
    <p:sldId id="274" r:id="rId10"/>
    <p:sldId id="261" r:id="rId11"/>
    <p:sldId id="273" r:id="rId12"/>
    <p:sldId id="263" r:id="rId13"/>
    <p:sldId id="280" r:id="rId14"/>
    <p:sldId id="262" r:id="rId15"/>
    <p:sldId id="275" r:id="rId16"/>
    <p:sldId id="276" r:id="rId17"/>
    <p:sldId id="277" r:id="rId18"/>
    <p:sldId id="279" r:id="rId19"/>
    <p:sldId id="283" r:id="rId20"/>
    <p:sldId id="284" r:id="rId21"/>
    <p:sldId id="264" r:id="rId22"/>
    <p:sldId id="265" r:id="rId23"/>
    <p:sldId id="287" r:id="rId24"/>
    <p:sldId id="282" r:id="rId25"/>
    <p:sldId id="281" r:id="rId26"/>
    <p:sldId id="288" r:id="rId27"/>
    <p:sldId id="266" r:id="rId28"/>
    <p:sldId id="267" r:id="rId29"/>
    <p:sldId id="268" r:id="rId30"/>
    <p:sldId id="286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8FB67-D98D-4A29-997C-F1A3D0397685}" v="24" dt="2026-10-16T08:29:11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>
        <p:scale>
          <a:sx n="66" d="100"/>
          <a:sy n="66" d="100"/>
        </p:scale>
        <p:origin x="668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Akhil" userId="40dd0c1814aa6f9c" providerId="LiveId" clId="{FAEFB410-7AB4-4A1B-8576-E760092007B9}"/>
    <pc:docChg chg="undo custSel addSld delSld modSld sldOrd">
      <pc:chgData name="Sai Akhil" userId="40dd0c1814aa6f9c" providerId="LiveId" clId="{FAEFB410-7AB4-4A1B-8576-E760092007B9}" dt="2026-10-16T08:29:45.720" v="1279" actId="207"/>
      <pc:docMkLst>
        <pc:docMk/>
      </pc:docMkLst>
      <pc:sldChg chg="modSp mod">
        <pc:chgData name="Sai Akhil" userId="40dd0c1814aa6f9c" providerId="LiveId" clId="{FAEFB410-7AB4-4A1B-8576-E760092007B9}" dt="2026-10-16T08:25:39.145" v="1254" actId="20577"/>
        <pc:sldMkLst>
          <pc:docMk/>
          <pc:sldMk cId="2812452602" sldId="258"/>
        </pc:sldMkLst>
        <pc:spChg chg="mod">
          <ac:chgData name="Sai Akhil" userId="40dd0c1814aa6f9c" providerId="LiveId" clId="{FAEFB410-7AB4-4A1B-8576-E760092007B9}" dt="2026-10-15T11:46:28.816" v="81" actId="1076"/>
          <ac:spMkLst>
            <pc:docMk/>
            <pc:sldMk cId="2812452602" sldId="258"/>
            <ac:spMk id="3" creationId="{6A0CBC46-76F5-CB3F-9BF0-DE7BBD3C6643}"/>
          </ac:spMkLst>
        </pc:spChg>
        <pc:spChg chg="mod">
          <ac:chgData name="Sai Akhil" userId="40dd0c1814aa6f9c" providerId="LiveId" clId="{FAEFB410-7AB4-4A1B-8576-E760092007B9}" dt="2026-10-16T08:25:39.145" v="1254" actId="20577"/>
          <ac:spMkLst>
            <pc:docMk/>
            <pc:sldMk cId="2812452602" sldId="258"/>
            <ac:spMk id="4" creationId="{5CA5C5AD-7278-E875-15B7-835123AC22E5}"/>
          </ac:spMkLst>
        </pc:spChg>
      </pc:sldChg>
      <pc:sldChg chg="modSp mod">
        <pc:chgData name="Sai Akhil" userId="40dd0c1814aa6f9c" providerId="LiveId" clId="{FAEFB410-7AB4-4A1B-8576-E760092007B9}" dt="2026-10-15T11:53:37.460" v="201" actId="27636"/>
        <pc:sldMkLst>
          <pc:docMk/>
          <pc:sldMk cId="882649507" sldId="259"/>
        </pc:sldMkLst>
        <pc:spChg chg="mod">
          <ac:chgData name="Sai Akhil" userId="40dd0c1814aa6f9c" providerId="LiveId" clId="{FAEFB410-7AB4-4A1B-8576-E760092007B9}" dt="2026-10-15T11:53:37.460" v="201" actId="27636"/>
          <ac:spMkLst>
            <pc:docMk/>
            <pc:sldMk cId="882649507" sldId="259"/>
            <ac:spMk id="10" creationId="{D2AA9CD8-064F-BD97-570A-DDCA975B232B}"/>
          </ac:spMkLst>
        </pc:spChg>
      </pc:sldChg>
      <pc:sldChg chg="delSp del mod">
        <pc:chgData name="Sai Akhil" userId="40dd0c1814aa6f9c" providerId="LiveId" clId="{FAEFB410-7AB4-4A1B-8576-E760092007B9}" dt="2026-10-15T12:14:14.884" v="303" actId="2696"/>
        <pc:sldMkLst>
          <pc:docMk/>
          <pc:sldMk cId="663263819" sldId="260"/>
        </pc:sldMkLst>
        <pc:picChg chg="del">
          <ac:chgData name="Sai Akhil" userId="40dd0c1814aa6f9c" providerId="LiveId" clId="{FAEFB410-7AB4-4A1B-8576-E760092007B9}" dt="2026-10-15T12:14:12.601" v="302" actId="478"/>
          <ac:picMkLst>
            <pc:docMk/>
            <pc:sldMk cId="663263819" sldId="260"/>
            <ac:picMk id="7" creationId="{231D6F7F-B0C3-84A7-8FF2-500EE537D5FD}"/>
          </ac:picMkLst>
        </pc:picChg>
      </pc:sldChg>
      <pc:sldChg chg="addSp delSp modSp mod ord">
        <pc:chgData name="Sai Akhil" userId="40dd0c1814aa6f9c" providerId="LiveId" clId="{FAEFB410-7AB4-4A1B-8576-E760092007B9}" dt="2026-10-15T12:13:38.451" v="301" actId="1076"/>
        <pc:sldMkLst>
          <pc:docMk/>
          <pc:sldMk cId="991819923" sldId="261"/>
        </pc:sldMkLst>
        <pc:spChg chg="add mod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3" creationId="{4246EDFB-AF96-915A-62D2-D5B88446A8C4}"/>
          </ac:spMkLst>
        </pc:spChg>
        <pc:spChg chg="add mod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5" creationId="{6DC48E3B-AA5E-7736-C783-1064E7ED291A}"/>
          </ac:spMkLst>
        </pc:spChg>
        <pc:spChg chg="add mod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7" creationId="{979CD9AA-2E11-586E-2DE3-5A858E761BC9}"/>
          </ac:spMkLst>
        </pc:spChg>
        <pc:spChg chg="del mod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9" creationId="{9261C18D-6CE7-B513-512A-E944142019DD}"/>
          </ac:spMkLst>
        </pc:spChg>
        <pc:spChg chg="del mod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11" creationId="{955C8603-78D7-9DD5-105C-E47DD43CFF34}"/>
          </ac:spMkLst>
        </pc:spChg>
        <pc:spChg chg="add mod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12" creationId="{FAFF7032-EB43-4EB3-F027-325E4233F47F}"/>
          </ac:spMkLst>
        </pc:spChg>
        <pc:spChg chg="del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13" creationId="{B79C4818-3D12-93EC-C636-79FD8EE1B760}"/>
          </ac:spMkLst>
        </pc:spChg>
        <pc:spChg chg="del">
          <ac:chgData name="Sai Akhil" userId="40dd0c1814aa6f9c" providerId="LiveId" clId="{FAEFB410-7AB4-4A1B-8576-E760092007B9}" dt="2026-10-15T12:07:32.728" v="225" actId="478"/>
          <ac:spMkLst>
            <pc:docMk/>
            <pc:sldMk cId="991819923" sldId="261"/>
            <ac:spMk id="18" creationId="{39DDECBC-F19F-9641-2E96-3C956A7CBA52}"/>
          </ac:spMkLst>
        </pc:spChg>
        <pc:picChg chg="del mod modCrop">
          <ac:chgData name="Sai Akhil" userId="40dd0c1814aa6f9c" providerId="LiveId" clId="{FAEFB410-7AB4-4A1B-8576-E760092007B9}" dt="2026-10-15T12:07:32.728" v="225" actId="478"/>
          <ac:picMkLst>
            <pc:docMk/>
            <pc:sldMk cId="991819923" sldId="261"/>
            <ac:picMk id="8" creationId="{AA8ECA71-3CC8-57B2-4CFE-98D2BC6F7EBC}"/>
          </ac:picMkLst>
        </pc:picChg>
        <pc:picChg chg="add mod">
          <ac:chgData name="Sai Akhil" userId="40dd0c1814aa6f9c" providerId="LiveId" clId="{FAEFB410-7AB4-4A1B-8576-E760092007B9}" dt="2026-10-15T12:13:38.451" v="301" actId="1076"/>
          <ac:picMkLst>
            <pc:docMk/>
            <pc:sldMk cId="991819923" sldId="261"/>
            <ac:picMk id="15" creationId="{B7ABAB94-B8C5-AE53-C92B-A77667FB3BFF}"/>
          </ac:picMkLst>
        </pc:picChg>
      </pc:sldChg>
      <pc:sldChg chg="addSp delSp modSp mod">
        <pc:chgData name="Sai Akhil" userId="40dd0c1814aa6f9c" providerId="LiveId" clId="{FAEFB410-7AB4-4A1B-8576-E760092007B9}" dt="2026-10-16T08:29:45.720" v="1279" actId="207"/>
        <pc:sldMkLst>
          <pc:docMk/>
          <pc:sldMk cId="973074329" sldId="262"/>
        </pc:sldMkLst>
        <pc:spChg chg="mod">
          <ac:chgData name="Sai Akhil" userId="40dd0c1814aa6f9c" providerId="LiveId" clId="{FAEFB410-7AB4-4A1B-8576-E760092007B9}" dt="2026-10-16T08:08:46.637" v="1013" actId="20577"/>
          <ac:spMkLst>
            <pc:docMk/>
            <pc:sldMk cId="973074329" sldId="262"/>
            <ac:spMk id="2" creationId="{A2A82B9E-1235-3388-5C2B-C3B879B5A136}"/>
          </ac:spMkLst>
        </pc:spChg>
        <pc:spChg chg="add mod">
          <ac:chgData name="Sai Akhil" userId="40dd0c1814aa6f9c" providerId="LiveId" clId="{FAEFB410-7AB4-4A1B-8576-E760092007B9}" dt="2026-10-16T08:29:45.720" v="1279" actId="207"/>
          <ac:spMkLst>
            <pc:docMk/>
            <pc:sldMk cId="973074329" sldId="262"/>
            <ac:spMk id="5" creationId="{ECE2678E-E9D3-23BA-0686-3183126B826E}"/>
          </ac:spMkLst>
        </pc:spChg>
        <pc:spChg chg="add del mod">
          <ac:chgData name="Sai Akhil" userId="40dd0c1814aa6f9c" providerId="LiveId" clId="{FAEFB410-7AB4-4A1B-8576-E760092007B9}" dt="2026-10-15T15:19:54.842" v="315" actId="22"/>
          <ac:spMkLst>
            <pc:docMk/>
            <pc:sldMk cId="973074329" sldId="262"/>
            <ac:spMk id="8" creationId="{062149C6-527E-83E5-552C-C5F963666F6B}"/>
          </ac:spMkLst>
        </pc:spChg>
        <pc:picChg chg="add del mod">
          <ac:chgData name="Sai Akhil" userId="40dd0c1814aa6f9c" providerId="LiveId" clId="{FAEFB410-7AB4-4A1B-8576-E760092007B9}" dt="2026-10-15T15:19:58.600" v="316" actId="478"/>
          <ac:picMkLst>
            <pc:docMk/>
            <pc:sldMk cId="973074329" sldId="262"/>
            <ac:picMk id="4" creationId="{0600CABF-C7CF-5E92-481B-4A86E3CCA0AF}"/>
          </ac:picMkLst>
        </pc:picChg>
        <pc:picChg chg="add mod">
          <ac:chgData name="Sai Akhil" userId="40dd0c1814aa6f9c" providerId="LiveId" clId="{FAEFB410-7AB4-4A1B-8576-E760092007B9}" dt="2026-10-16T08:09:12.610" v="1016" actId="14100"/>
          <ac:picMkLst>
            <pc:docMk/>
            <pc:sldMk cId="973074329" sldId="262"/>
            <ac:picMk id="4" creationId="{9A69A182-1351-5666-12E3-19CAF3A820B7}"/>
          </ac:picMkLst>
        </pc:picChg>
        <pc:picChg chg="del">
          <ac:chgData name="Sai Akhil" userId="40dd0c1814aa6f9c" providerId="LiveId" clId="{FAEFB410-7AB4-4A1B-8576-E760092007B9}" dt="2026-10-15T15:19:49.455" v="314" actId="478"/>
          <ac:picMkLst>
            <pc:docMk/>
            <pc:sldMk cId="973074329" sldId="262"/>
            <ac:picMk id="5" creationId="{C6150E4D-1830-697F-C292-A47299314AAE}"/>
          </ac:picMkLst>
        </pc:picChg>
        <pc:picChg chg="add mod ord">
          <ac:chgData name="Sai Akhil" userId="40dd0c1814aa6f9c" providerId="LiveId" clId="{FAEFB410-7AB4-4A1B-8576-E760092007B9}" dt="2026-10-15T15:23:38.980" v="350" actId="14100"/>
          <ac:picMkLst>
            <pc:docMk/>
            <pc:sldMk cId="973074329" sldId="262"/>
            <ac:picMk id="10" creationId="{A7208BC0-A224-6D9C-BC60-C5662A7DAB92}"/>
          </ac:picMkLst>
        </pc:picChg>
      </pc:sldChg>
      <pc:sldChg chg="ord">
        <pc:chgData name="Sai Akhil" userId="40dd0c1814aa6f9c" providerId="LiveId" clId="{FAEFB410-7AB4-4A1B-8576-E760092007B9}" dt="2026-10-15T11:54:32.033" v="210"/>
        <pc:sldMkLst>
          <pc:docMk/>
          <pc:sldMk cId="3325524641" sldId="263"/>
        </pc:sldMkLst>
      </pc:sldChg>
      <pc:sldChg chg="modSp mod">
        <pc:chgData name="Sai Akhil" userId="40dd0c1814aa6f9c" providerId="LiveId" clId="{FAEFB410-7AB4-4A1B-8576-E760092007B9}" dt="2026-10-15T16:23:32.072" v="413" actId="1035"/>
        <pc:sldMkLst>
          <pc:docMk/>
          <pc:sldMk cId="4099891676" sldId="264"/>
        </pc:sldMkLst>
        <pc:picChg chg="mod">
          <ac:chgData name="Sai Akhil" userId="40dd0c1814aa6f9c" providerId="LiveId" clId="{FAEFB410-7AB4-4A1B-8576-E760092007B9}" dt="2026-10-15T16:23:32.072" v="413" actId="1035"/>
          <ac:picMkLst>
            <pc:docMk/>
            <pc:sldMk cId="4099891676" sldId="264"/>
            <ac:picMk id="5" creationId="{7ED4EBA6-25E4-1D40-AF2B-C0F7CC130876}"/>
          </ac:picMkLst>
        </pc:picChg>
      </pc:sldChg>
      <pc:sldChg chg="addSp delSp modSp mod ord">
        <pc:chgData name="Sai Akhil" userId="40dd0c1814aa6f9c" providerId="LiveId" clId="{FAEFB410-7AB4-4A1B-8576-E760092007B9}" dt="2026-10-15T16:41:26.773" v="415" actId="22"/>
        <pc:sldMkLst>
          <pc:docMk/>
          <pc:sldMk cId="3853962602" sldId="266"/>
        </pc:sldMkLst>
        <pc:spChg chg="add del mod">
          <ac:chgData name="Sai Akhil" userId="40dd0c1814aa6f9c" providerId="LiveId" clId="{FAEFB410-7AB4-4A1B-8576-E760092007B9}" dt="2026-10-15T16:41:26.773" v="415" actId="22"/>
          <ac:spMkLst>
            <pc:docMk/>
            <pc:sldMk cId="3853962602" sldId="266"/>
            <ac:spMk id="3" creationId="{71B16F99-F826-AB88-61DB-356121B5CF84}"/>
          </ac:spMkLst>
        </pc:spChg>
        <pc:spChg chg="add del mod">
          <ac:chgData name="Sai Akhil" userId="40dd0c1814aa6f9c" providerId="LiveId" clId="{FAEFB410-7AB4-4A1B-8576-E760092007B9}" dt="2026-10-15T16:13:30.811" v="392" actId="22"/>
          <ac:spMkLst>
            <pc:docMk/>
            <pc:sldMk cId="3853962602" sldId="266"/>
            <ac:spMk id="3" creationId="{8A8D62DE-DE4C-2900-65BC-EFCFC9B51187}"/>
          </ac:spMkLst>
        </pc:spChg>
        <pc:picChg chg="del">
          <ac:chgData name="Sai Akhil" userId="40dd0c1814aa6f9c" providerId="LiveId" clId="{FAEFB410-7AB4-4A1B-8576-E760092007B9}" dt="2026-10-15T16:13:28.294" v="391" actId="478"/>
          <ac:picMkLst>
            <pc:docMk/>
            <pc:sldMk cId="3853962602" sldId="266"/>
            <ac:picMk id="5" creationId="{2BA0906A-2F9E-A1F0-832D-798E7A629444}"/>
          </ac:picMkLst>
        </pc:picChg>
        <pc:picChg chg="add mod ord">
          <ac:chgData name="Sai Akhil" userId="40dd0c1814aa6f9c" providerId="LiveId" clId="{FAEFB410-7AB4-4A1B-8576-E760092007B9}" dt="2026-10-15T16:41:26.773" v="415" actId="22"/>
          <ac:picMkLst>
            <pc:docMk/>
            <pc:sldMk cId="3853962602" sldId="266"/>
            <ac:picMk id="5" creationId="{410B42EA-4FF5-4EE6-DD81-3379C95A17F6}"/>
          </ac:picMkLst>
        </pc:picChg>
        <pc:picChg chg="add del mod ord">
          <ac:chgData name="Sai Akhil" userId="40dd0c1814aa6f9c" providerId="LiveId" clId="{FAEFB410-7AB4-4A1B-8576-E760092007B9}" dt="2026-10-15T16:41:25.158" v="414" actId="478"/>
          <ac:picMkLst>
            <pc:docMk/>
            <pc:sldMk cId="3853962602" sldId="266"/>
            <ac:picMk id="6" creationId="{A95D4328-21BE-CC33-27C4-F13C22DF0E76}"/>
          </ac:picMkLst>
        </pc:picChg>
      </pc:sldChg>
      <pc:sldChg chg="modSp mod modClrScheme chgLayout">
        <pc:chgData name="Sai Akhil" userId="40dd0c1814aa6f9c" providerId="LiveId" clId="{FAEFB410-7AB4-4A1B-8576-E760092007B9}" dt="2026-10-16T08:24:29.239" v="1224" actId="313"/>
        <pc:sldMkLst>
          <pc:docMk/>
          <pc:sldMk cId="2234973292" sldId="267"/>
        </pc:sldMkLst>
        <pc:spChg chg="mod">
          <ac:chgData name="Sai Akhil" userId="40dd0c1814aa6f9c" providerId="LiveId" clId="{FAEFB410-7AB4-4A1B-8576-E760092007B9}" dt="2026-10-15T16:48:41.356" v="470" actId="2711"/>
          <ac:spMkLst>
            <pc:docMk/>
            <pc:sldMk cId="2234973292" sldId="267"/>
            <ac:spMk id="9" creationId="{86DF9099-8969-FBB3-EDA5-845AAED507BA}"/>
          </ac:spMkLst>
        </pc:spChg>
        <pc:spChg chg="mod">
          <ac:chgData name="Sai Akhil" userId="40dd0c1814aa6f9c" providerId="LiveId" clId="{FAEFB410-7AB4-4A1B-8576-E760092007B9}" dt="2026-10-16T08:24:29.239" v="1224" actId="313"/>
          <ac:spMkLst>
            <pc:docMk/>
            <pc:sldMk cId="2234973292" sldId="267"/>
            <ac:spMk id="11" creationId="{B436A4C7-06F1-4E6B-DD97-DB898668C5BE}"/>
          </ac:spMkLst>
        </pc:spChg>
      </pc:sldChg>
      <pc:sldChg chg="addSp delSp modSp mod">
        <pc:chgData name="Sai Akhil" userId="40dd0c1814aa6f9c" providerId="LiveId" clId="{FAEFB410-7AB4-4A1B-8576-E760092007B9}" dt="2026-10-16T08:21:49.287" v="1128" actId="20577"/>
        <pc:sldMkLst>
          <pc:docMk/>
          <pc:sldMk cId="1354817188" sldId="268"/>
        </pc:sldMkLst>
        <pc:spChg chg="mod">
          <ac:chgData name="Sai Akhil" userId="40dd0c1814aa6f9c" providerId="LiveId" clId="{FAEFB410-7AB4-4A1B-8576-E760092007B9}" dt="2026-10-15T17:09:26.319" v="493" actId="255"/>
          <ac:spMkLst>
            <pc:docMk/>
            <pc:sldMk cId="1354817188" sldId="268"/>
            <ac:spMk id="2" creationId="{E60872E7-DC3E-4AE1-4EFD-BE8F79ACB63D}"/>
          </ac:spMkLst>
        </pc:spChg>
        <pc:spChg chg="del mod">
          <ac:chgData name="Sai Akhil" userId="40dd0c1814aa6f9c" providerId="LiveId" clId="{FAEFB410-7AB4-4A1B-8576-E760092007B9}" dt="2026-10-15T17:42:39.424" v="868" actId="3680"/>
          <ac:spMkLst>
            <pc:docMk/>
            <pc:sldMk cId="1354817188" sldId="268"/>
            <ac:spMk id="3" creationId="{6DC4DD05-F606-3366-112F-01AD68443134}"/>
          </ac:spMkLst>
        </pc:spChg>
        <pc:spChg chg="add del mod">
          <ac:chgData name="Sai Akhil" userId="40dd0c1814aa6f9c" providerId="LiveId" clId="{FAEFB410-7AB4-4A1B-8576-E760092007B9}" dt="2026-10-15T17:42:59.598" v="870" actId="3680"/>
          <ac:spMkLst>
            <pc:docMk/>
            <pc:sldMk cId="1354817188" sldId="268"/>
            <ac:spMk id="6" creationId="{50A70ECA-467A-FC6E-6EF9-50404476F4EA}"/>
          </ac:spMkLst>
        </pc:spChg>
        <pc:graphicFrameChg chg="add del mod ord modGraphic">
          <ac:chgData name="Sai Akhil" userId="40dd0c1814aa6f9c" providerId="LiveId" clId="{FAEFB410-7AB4-4A1B-8576-E760092007B9}" dt="2026-10-15T17:42:52.123" v="869" actId="478"/>
          <ac:graphicFrameMkLst>
            <pc:docMk/>
            <pc:sldMk cId="1354817188" sldId="268"/>
            <ac:graphicFrameMk id="4" creationId="{EBE48629-A68F-6A73-BF7D-8FA6DC481C0F}"/>
          </ac:graphicFrameMkLst>
        </pc:graphicFrameChg>
        <pc:graphicFrameChg chg="add mod ord modGraphic">
          <ac:chgData name="Sai Akhil" userId="40dd0c1814aa6f9c" providerId="LiveId" clId="{FAEFB410-7AB4-4A1B-8576-E760092007B9}" dt="2026-10-16T08:21:49.287" v="1128" actId="20577"/>
          <ac:graphicFrameMkLst>
            <pc:docMk/>
            <pc:sldMk cId="1354817188" sldId="268"/>
            <ac:graphicFrameMk id="7" creationId="{4A3744AE-D427-CB61-5B27-F594500316E8}"/>
          </ac:graphicFrameMkLst>
        </pc:graphicFrameChg>
      </pc:sldChg>
      <pc:sldChg chg="addSp delSp modSp new mod ord modClrScheme chgLayout">
        <pc:chgData name="Sai Akhil" userId="40dd0c1814aa6f9c" providerId="LiveId" clId="{FAEFB410-7AB4-4A1B-8576-E760092007B9}" dt="2026-10-15T11:50:35.045" v="129" actId="1076"/>
        <pc:sldMkLst>
          <pc:docMk/>
          <pc:sldMk cId="3851011303" sldId="269"/>
        </pc:sldMkLst>
        <pc:spChg chg="del mod ord">
          <ac:chgData name="Sai Akhil" userId="40dd0c1814aa6f9c" providerId="LiveId" clId="{FAEFB410-7AB4-4A1B-8576-E760092007B9}" dt="2026-10-15T11:43:03.264" v="4" actId="700"/>
          <ac:spMkLst>
            <pc:docMk/>
            <pc:sldMk cId="3851011303" sldId="269"/>
            <ac:spMk id="2" creationId="{84B8E28E-4C6C-9D58-CC96-3A9330345A12}"/>
          </ac:spMkLst>
        </pc:spChg>
        <pc:spChg chg="del">
          <ac:chgData name="Sai Akhil" userId="40dd0c1814aa6f9c" providerId="LiveId" clId="{FAEFB410-7AB4-4A1B-8576-E760092007B9}" dt="2026-10-15T11:43:03.264" v="4" actId="700"/>
          <ac:spMkLst>
            <pc:docMk/>
            <pc:sldMk cId="3851011303" sldId="269"/>
            <ac:spMk id="3" creationId="{D901DD9C-9B1F-CE6F-EAD5-E8EE9A3E7288}"/>
          </ac:spMkLst>
        </pc:spChg>
        <pc:spChg chg="del mod ord">
          <ac:chgData name="Sai Akhil" userId="40dd0c1814aa6f9c" providerId="LiveId" clId="{FAEFB410-7AB4-4A1B-8576-E760092007B9}" dt="2026-10-15T11:43:03.264" v="4" actId="700"/>
          <ac:spMkLst>
            <pc:docMk/>
            <pc:sldMk cId="3851011303" sldId="269"/>
            <ac:spMk id="4" creationId="{4B5FFFCD-68B4-8C5C-290A-58F964F66B17}"/>
          </ac:spMkLst>
        </pc:spChg>
        <pc:spChg chg="add mod ord">
          <ac:chgData name="Sai Akhil" userId="40dd0c1814aa6f9c" providerId="LiveId" clId="{FAEFB410-7AB4-4A1B-8576-E760092007B9}" dt="2026-10-15T11:50:10.569" v="126" actId="1076"/>
          <ac:spMkLst>
            <pc:docMk/>
            <pc:sldMk cId="3851011303" sldId="269"/>
            <ac:spMk id="5" creationId="{4D23FC2F-EC91-F3BC-8499-461506C4DACD}"/>
          </ac:spMkLst>
        </pc:spChg>
        <pc:spChg chg="add mod ord">
          <ac:chgData name="Sai Akhil" userId="40dd0c1814aa6f9c" providerId="LiveId" clId="{FAEFB410-7AB4-4A1B-8576-E760092007B9}" dt="2026-10-15T11:50:35.045" v="129" actId="1076"/>
          <ac:spMkLst>
            <pc:docMk/>
            <pc:sldMk cId="3851011303" sldId="269"/>
            <ac:spMk id="6" creationId="{CE39C431-0663-2150-9451-9D3A02CA836F}"/>
          </ac:spMkLst>
        </pc:spChg>
        <pc:spChg chg="add del mod">
          <ac:chgData name="Sai Akhil" userId="40dd0c1814aa6f9c" providerId="LiveId" clId="{FAEFB410-7AB4-4A1B-8576-E760092007B9}" dt="2026-10-15T11:50:09.891" v="125" actId="767"/>
          <ac:spMkLst>
            <pc:docMk/>
            <pc:sldMk cId="3851011303" sldId="269"/>
            <ac:spMk id="7" creationId="{C881A6A6-EF68-DBF8-1B57-D22C4E1A90A2}"/>
          </ac:spMkLst>
        </pc:spChg>
      </pc:sldChg>
      <pc:sldChg chg="modSp new mod ord">
        <pc:chgData name="Sai Akhil" userId="40dd0c1814aa6f9c" providerId="LiveId" clId="{FAEFB410-7AB4-4A1B-8576-E760092007B9}" dt="2026-10-15T11:48:10.336" v="114" actId="12"/>
        <pc:sldMkLst>
          <pc:docMk/>
          <pc:sldMk cId="2809293013" sldId="270"/>
        </pc:sldMkLst>
        <pc:spChg chg="mod">
          <ac:chgData name="Sai Akhil" userId="40dd0c1814aa6f9c" providerId="LiveId" clId="{FAEFB410-7AB4-4A1B-8576-E760092007B9}" dt="2026-10-15T11:47:32.959" v="109" actId="20577"/>
          <ac:spMkLst>
            <pc:docMk/>
            <pc:sldMk cId="2809293013" sldId="270"/>
            <ac:spMk id="2" creationId="{0F32D0AC-508E-33CF-90AB-7201DB0FD954}"/>
          </ac:spMkLst>
        </pc:spChg>
        <pc:spChg chg="mod">
          <ac:chgData name="Sai Akhil" userId="40dd0c1814aa6f9c" providerId="LiveId" clId="{FAEFB410-7AB4-4A1B-8576-E760092007B9}" dt="2026-10-15T11:48:10.336" v="114" actId="12"/>
          <ac:spMkLst>
            <pc:docMk/>
            <pc:sldMk cId="2809293013" sldId="270"/>
            <ac:spMk id="3" creationId="{189F285F-F873-29F0-630B-2EC402ACEB22}"/>
          </ac:spMkLst>
        </pc:spChg>
      </pc:sldChg>
      <pc:sldChg chg="addSp delSp modSp new mod ord modClrScheme chgLayout">
        <pc:chgData name="Sai Akhil" userId="40dd0c1814aa6f9c" providerId="LiveId" clId="{FAEFB410-7AB4-4A1B-8576-E760092007B9}" dt="2026-10-15T11:54:27.084" v="206"/>
        <pc:sldMkLst>
          <pc:docMk/>
          <pc:sldMk cId="2621978990" sldId="271"/>
        </pc:sldMkLst>
        <pc:spChg chg="del mod ord">
          <ac:chgData name="Sai Akhil" userId="40dd0c1814aa6f9c" providerId="LiveId" clId="{FAEFB410-7AB4-4A1B-8576-E760092007B9}" dt="2026-10-15T11:51:13.927" v="130" actId="700"/>
          <ac:spMkLst>
            <pc:docMk/>
            <pc:sldMk cId="2621978990" sldId="271"/>
            <ac:spMk id="2" creationId="{81487200-20EF-C828-9C23-5D28F098698F}"/>
          </ac:spMkLst>
        </pc:spChg>
        <pc:spChg chg="del mod ord">
          <ac:chgData name="Sai Akhil" userId="40dd0c1814aa6f9c" providerId="LiveId" clId="{FAEFB410-7AB4-4A1B-8576-E760092007B9}" dt="2026-10-15T11:51:13.927" v="130" actId="700"/>
          <ac:spMkLst>
            <pc:docMk/>
            <pc:sldMk cId="2621978990" sldId="271"/>
            <ac:spMk id="3" creationId="{32413B98-A31C-7B07-1D33-26244F5FDB6D}"/>
          </ac:spMkLst>
        </pc:spChg>
        <pc:spChg chg="add mod ord">
          <ac:chgData name="Sai Akhil" userId="40dd0c1814aa6f9c" providerId="LiveId" clId="{FAEFB410-7AB4-4A1B-8576-E760092007B9}" dt="2026-10-15T11:52:14.729" v="159" actId="1076"/>
          <ac:spMkLst>
            <pc:docMk/>
            <pc:sldMk cId="2621978990" sldId="271"/>
            <ac:spMk id="4" creationId="{9E294E1F-95B8-9D94-973C-CAFBD38BB4FA}"/>
          </ac:spMkLst>
        </pc:spChg>
        <pc:spChg chg="add mod ord">
          <ac:chgData name="Sai Akhil" userId="40dd0c1814aa6f9c" providerId="LiveId" clId="{FAEFB410-7AB4-4A1B-8576-E760092007B9}" dt="2026-10-15T11:51:13.927" v="130" actId="700"/>
          <ac:spMkLst>
            <pc:docMk/>
            <pc:sldMk cId="2621978990" sldId="271"/>
            <ac:spMk id="5" creationId="{DEC4B635-D0C6-761A-3D00-F163C76D3E54}"/>
          </ac:spMkLst>
        </pc:spChg>
      </pc:sldChg>
      <pc:sldChg chg="modSp new del mod ord">
        <pc:chgData name="Sai Akhil" userId="40dd0c1814aa6f9c" providerId="LiveId" clId="{FAEFB410-7AB4-4A1B-8576-E760092007B9}" dt="2026-10-15T11:52:47.878" v="174" actId="2696"/>
        <pc:sldMkLst>
          <pc:docMk/>
          <pc:sldMk cId="1658318966" sldId="272"/>
        </pc:sldMkLst>
        <pc:spChg chg="mod">
          <ac:chgData name="Sai Akhil" userId="40dd0c1814aa6f9c" providerId="LiveId" clId="{FAEFB410-7AB4-4A1B-8576-E760092007B9}" dt="2026-10-15T11:52:44.717" v="173" actId="20577"/>
          <ac:spMkLst>
            <pc:docMk/>
            <pc:sldMk cId="1658318966" sldId="272"/>
            <ac:spMk id="2" creationId="{DF866CA7-F033-0E12-41D9-456B3B94BE17}"/>
          </ac:spMkLst>
        </pc:spChg>
      </pc:sldChg>
      <pc:sldChg chg="modSp add del mod ord">
        <pc:chgData name="Sai Akhil" userId="40dd0c1814aa6f9c" providerId="LiveId" clId="{FAEFB410-7AB4-4A1B-8576-E760092007B9}" dt="2026-10-15T11:54:22.476" v="204" actId="2696"/>
        <pc:sldMkLst>
          <pc:docMk/>
          <pc:sldMk cId="2064261862" sldId="272"/>
        </pc:sldMkLst>
        <pc:spChg chg="mod">
          <ac:chgData name="Sai Akhil" userId="40dd0c1814aa6f9c" providerId="LiveId" clId="{FAEFB410-7AB4-4A1B-8576-E760092007B9}" dt="2026-10-15T11:52:58.859" v="183" actId="20577"/>
          <ac:spMkLst>
            <pc:docMk/>
            <pc:sldMk cId="2064261862" sldId="272"/>
            <ac:spMk id="4" creationId="{2D4697D7-3D95-7EF9-CD79-EA6DCC533161}"/>
          </ac:spMkLst>
        </pc:spChg>
        <pc:spChg chg="mod">
          <ac:chgData name="Sai Akhil" userId="40dd0c1814aa6f9c" providerId="LiveId" clId="{FAEFB410-7AB4-4A1B-8576-E760092007B9}" dt="2026-10-15T11:53:04.981" v="185" actId="20577"/>
          <ac:spMkLst>
            <pc:docMk/>
            <pc:sldMk cId="2064261862" sldId="272"/>
            <ac:spMk id="5" creationId="{B71A149D-4612-73AA-026D-4A28AEF35336}"/>
          </ac:spMkLst>
        </pc:spChg>
      </pc:sldChg>
      <pc:sldChg chg="new del ord">
        <pc:chgData name="Sai Akhil" userId="40dd0c1814aa6f9c" providerId="LiveId" clId="{FAEFB410-7AB4-4A1B-8576-E760092007B9}" dt="2026-10-15T11:55:39.261" v="215" actId="47"/>
        <pc:sldMkLst>
          <pc:docMk/>
          <pc:sldMk cId="2545455082" sldId="272"/>
        </pc:sldMkLst>
      </pc:sldChg>
      <pc:sldChg chg="add">
        <pc:chgData name="Sai Akhil" userId="40dd0c1814aa6f9c" providerId="LiveId" clId="{FAEFB410-7AB4-4A1B-8576-E760092007B9}" dt="2026-10-15T11:55:37.362" v="214" actId="2890"/>
        <pc:sldMkLst>
          <pc:docMk/>
          <pc:sldMk cId="275218172" sldId="273"/>
        </pc:sldMkLst>
      </pc:sldChg>
      <pc:sldChg chg="addSp delSp modSp add mod ord">
        <pc:chgData name="Sai Akhil" userId="40dd0c1814aa6f9c" providerId="LiveId" clId="{FAEFB410-7AB4-4A1B-8576-E760092007B9}" dt="2026-10-16T08:27:16.904" v="1269" actId="20577"/>
        <pc:sldMkLst>
          <pc:docMk/>
          <pc:sldMk cId="909885116" sldId="274"/>
        </pc:sldMkLst>
        <pc:spChg chg="add del mod">
          <ac:chgData name="Sai Akhil" userId="40dd0c1814aa6f9c" providerId="LiveId" clId="{FAEFB410-7AB4-4A1B-8576-E760092007B9}" dt="2026-10-15T12:12:25.518" v="282" actId="22"/>
          <ac:spMkLst>
            <pc:docMk/>
            <pc:sldMk cId="909885116" sldId="274"/>
            <ac:spMk id="3" creationId="{89E7D089-99C8-A9AC-98A1-2F2235F590F2}"/>
          </ac:spMkLst>
        </pc:spChg>
        <pc:spChg chg="mod">
          <ac:chgData name="Sai Akhil" userId="40dd0c1814aa6f9c" providerId="LiveId" clId="{FAEFB410-7AB4-4A1B-8576-E760092007B9}" dt="2026-10-15T12:13:21.097" v="299" actId="1038"/>
          <ac:spMkLst>
            <pc:docMk/>
            <pc:sldMk cId="909885116" sldId="274"/>
            <ac:spMk id="9" creationId="{90B7650E-C5E4-5713-4887-469B29C4A712}"/>
          </ac:spMkLst>
        </pc:spChg>
        <pc:spChg chg="mod">
          <ac:chgData name="Sai Akhil" userId="40dd0c1814aa6f9c" providerId="LiveId" clId="{FAEFB410-7AB4-4A1B-8576-E760092007B9}" dt="2026-10-16T08:27:16.904" v="1269" actId="20577"/>
          <ac:spMkLst>
            <pc:docMk/>
            <pc:sldMk cId="909885116" sldId="274"/>
            <ac:spMk id="11" creationId="{3FA5DE09-BD66-68A2-901A-FEEBAFE7C500}"/>
          </ac:spMkLst>
        </pc:spChg>
        <pc:spChg chg="mod">
          <ac:chgData name="Sai Akhil" userId="40dd0c1814aa6f9c" providerId="LiveId" clId="{FAEFB410-7AB4-4A1B-8576-E760092007B9}" dt="2026-10-15T12:13:21.097" v="299" actId="1038"/>
          <ac:spMkLst>
            <pc:docMk/>
            <pc:sldMk cId="909885116" sldId="274"/>
            <ac:spMk id="13" creationId="{01760F36-0765-7A68-C4F3-97FA30ADFE07}"/>
          </ac:spMkLst>
        </pc:spChg>
        <pc:spChg chg="mod">
          <ac:chgData name="Sai Akhil" userId="40dd0c1814aa6f9c" providerId="LiveId" clId="{FAEFB410-7AB4-4A1B-8576-E760092007B9}" dt="2026-10-15T12:13:05.366" v="292" actId="1076"/>
          <ac:spMkLst>
            <pc:docMk/>
            <pc:sldMk cId="909885116" sldId="274"/>
            <ac:spMk id="18" creationId="{AD24CF00-DF6D-49CD-E2DD-80D572083D22}"/>
          </ac:spMkLst>
        </pc:spChg>
        <pc:picChg chg="add del">
          <ac:chgData name="Sai Akhil" userId="40dd0c1814aa6f9c" providerId="LiveId" clId="{FAEFB410-7AB4-4A1B-8576-E760092007B9}" dt="2026-10-15T12:12:21.654" v="281" actId="22"/>
          <ac:picMkLst>
            <pc:docMk/>
            <pc:sldMk cId="909885116" sldId="274"/>
            <ac:picMk id="5" creationId="{A3A5E6ED-4EA3-56D5-904A-53D9D00DBD47}"/>
          </ac:picMkLst>
        </pc:picChg>
        <pc:picChg chg="add mod ord modCrop">
          <ac:chgData name="Sai Akhil" userId="40dd0c1814aa6f9c" providerId="LiveId" clId="{FAEFB410-7AB4-4A1B-8576-E760092007B9}" dt="2026-10-15T12:13:07.272" v="293" actId="1076"/>
          <ac:picMkLst>
            <pc:docMk/>
            <pc:sldMk cId="909885116" sldId="274"/>
            <ac:picMk id="7" creationId="{646DE829-C03C-0F95-2B64-714779732AE8}"/>
          </ac:picMkLst>
        </pc:picChg>
        <pc:picChg chg="del">
          <ac:chgData name="Sai Akhil" userId="40dd0c1814aa6f9c" providerId="LiveId" clId="{FAEFB410-7AB4-4A1B-8576-E760092007B9}" dt="2026-10-15T12:12:19.480" v="279" actId="478"/>
          <ac:picMkLst>
            <pc:docMk/>
            <pc:sldMk cId="909885116" sldId="274"/>
            <ac:picMk id="8" creationId="{CBC82F8E-F32B-F250-81C6-48DADC0CC0DD}"/>
          </ac:picMkLst>
        </pc:picChg>
      </pc:sldChg>
      <pc:sldChg chg="addSp delSp modSp new mod">
        <pc:chgData name="Sai Akhil" userId="40dd0c1814aa6f9c" providerId="LiveId" clId="{FAEFB410-7AB4-4A1B-8576-E760092007B9}" dt="2026-10-15T17:08:39.149" v="486" actId="1036"/>
        <pc:sldMkLst>
          <pc:docMk/>
          <pc:sldMk cId="3901301995" sldId="275"/>
        </pc:sldMkLst>
        <pc:spChg chg="del">
          <ac:chgData name="Sai Akhil" userId="40dd0c1814aa6f9c" providerId="LiveId" clId="{FAEFB410-7AB4-4A1B-8576-E760092007B9}" dt="2026-10-15T15:20:19.123" v="317" actId="22"/>
          <ac:spMkLst>
            <pc:docMk/>
            <pc:sldMk cId="3901301995" sldId="275"/>
            <ac:spMk id="3" creationId="{9B3DB7C6-3FFA-0625-8FC2-4680AC7F6EE3}"/>
          </ac:spMkLst>
        </pc:spChg>
        <pc:picChg chg="add mod ord">
          <ac:chgData name="Sai Akhil" userId="40dd0c1814aa6f9c" providerId="LiveId" clId="{FAEFB410-7AB4-4A1B-8576-E760092007B9}" dt="2026-10-15T17:08:39.149" v="486" actId="1036"/>
          <ac:picMkLst>
            <pc:docMk/>
            <pc:sldMk cId="3901301995" sldId="275"/>
            <ac:picMk id="5" creationId="{3F8F37F5-DACF-0FD6-79E4-B37B8C323FB5}"/>
          </ac:picMkLst>
        </pc:picChg>
      </pc:sldChg>
      <pc:sldChg chg="addSp delSp modSp new mod">
        <pc:chgData name="Sai Akhil" userId="40dd0c1814aa6f9c" providerId="LiveId" clId="{FAEFB410-7AB4-4A1B-8576-E760092007B9}" dt="2026-10-15T15:22:51.812" v="342" actId="14100"/>
        <pc:sldMkLst>
          <pc:docMk/>
          <pc:sldMk cId="797249326" sldId="276"/>
        </pc:sldMkLst>
        <pc:spChg chg="del">
          <ac:chgData name="Sai Akhil" userId="40dd0c1814aa6f9c" providerId="LiveId" clId="{FAEFB410-7AB4-4A1B-8576-E760092007B9}" dt="2026-10-15T15:20:47.309" v="318" actId="22"/>
          <ac:spMkLst>
            <pc:docMk/>
            <pc:sldMk cId="797249326" sldId="276"/>
            <ac:spMk id="3" creationId="{CBE3FBE7-E628-CFCB-44D4-0A1B8B84CADF}"/>
          </ac:spMkLst>
        </pc:spChg>
        <pc:picChg chg="add mod ord">
          <ac:chgData name="Sai Akhil" userId="40dd0c1814aa6f9c" providerId="LiveId" clId="{FAEFB410-7AB4-4A1B-8576-E760092007B9}" dt="2026-10-15T15:22:51.812" v="342" actId="14100"/>
          <ac:picMkLst>
            <pc:docMk/>
            <pc:sldMk cId="797249326" sldId="276"/>
            <ac:picMk id="5" creationId="{6D8294DA-C537-DF81-A76A-99131E0CF6DB}"/>
          </ac:picMkLst>
        </pc:picChg>
      </pc:sldChg>
      <pc:sldChg chg="addSp delSp modSp new mod">
        <pc:chgData name="Sai Akhil" userId="40dd0c1814aa6f9c" providerId="LiveId" clId="{FAEFB410-7AB4-4A1B-8576-E760092007B9}" dt="2026-10-15T15:31:54.110" v="389" actId="1035"/>
        <pc:sldMkLst>
          <pc:docMk/>
          <pc:sldMk cId="2646101541" sldId="277"/>
        </pc:sldMkLst>
        <pc:spChg chg="del">
          <ac:chgData name="Sai Akhil" userId="40dd0c1814aa6f9c" providerId="LiveId" clId="{FAEFB410-7AB4-4A1B-8576-E760092007B9}" dt="2026-10-15T15:21:00.782" v="319" actId="22"/>
          <ac:spMkLst>
            <pc:docMk/>
            <pc:sldMk cId="2646101541" sldId="277"/>
            <ac:spMk id="3" creationId="{5AAC0664-4C9C-69B9-541C-4F98E9D74BBA}"/>
          </ac:spMkLst>
        </pc:spChg>
        <pc:spChg chg="add mod">
          <ac:chgData name="Sai Akhil" userId="40dd0c1814aa6f9c" providerId="LiveId" clId="{FAEFB410-7AB4-4A1B-8576-E760092007B9}" dt="2026-10-15T15:29:57.128" v="382" actId="478"/>
          <ac:spMkLst>
            <pc:docMk/>
            <pc:sldMk cId="2646101541" sldId="277"/>
            <ac:spMk id="7" creationId="{14A766D4-35DE-6E54-C85B-9F8A456608E9}"/>
          </ac:spMkLst>
        </pc:spChg>
        <pc:picChg chg="add del mod ord">
          <ac:chgData name="Sai Akhil" userId="40dd0c1814aa6f9c" providerId="LiveId" clId="{FAEFB410-7AB4-4A1B-8576-E760092007B9}" dt="2026-10-15T15:29:57.128" v="382" actId="478"/>
          <ac:picMkLst>
            <pc:docMk/>
            <pc:sldMk cId="2646101541" sldId="277"/>
            <ac:picMk id="5" creationId="{2F78F2E6-B6CF-4990-B006-8CA97FD7FE75}"/>
          </ac:picMkLst>
        </pc:picChg>
        <pc:picChg chg="add del">
          <ac:chgData name="Sai Akhil" userId="40dd0c1814aa6f9c" providerId="LiveId" clId="{FAEFB410-7AB4-4A1B-8576-E760092007B9}" dt="2026-10-15T15:31:46.092" v="386" actId="478"/>
          <ac:picMkLst>
            <pc:docMk/>
            <pc:sldMk cId="2646101541" sldId="277"/>
            <ac:picMk id="9" creationId="{4257DFAA-9E0D-C38D-F3EB-555517DF5F25}"/>
          </ac:picMkLst>
        </pc:picChg>
        <pc:picChg chg="add mod">
          <ac:chgData name="Sai Akhil" userId="40dd0c1814aa6f9c" providerId="LiveId" clId="{FAEFB410-7AB4-4A1B-8576-E760092007B9}" dt="2026-10-15T15:31:54.110" v="389" actId="1035"/>
          <ac:picMkLst>
            <pc:docMk/>
            <pc:sldMk cId="2646101541" sldId="277"/>
            <ac:picMk id="11" creationId="{859C886D-AF17-022A-77A7-BE9EA9C1264B}"/>
          </ac:picMkLst>
        </pc:picChg>
      </pc:sldChg>
      <pc:sldChg chg="addSp delSp modSp new del mod">
        <pc:chgData name="Sai Akhil" userId="40dd0c1814aa6f9c" providerId="LiveId" clId="{FAEFB410-7AB4-4A1B-8576-E760092007B9}" dt="2026-10-15T15:32:16.891" v="390" actId="2696"/>
        <pc:sldMkLst>
          <pc:docMk/>
          <pc:sldMk cId="4174955046" sldId="278"/>
        </pc:sldMkLst>
        <pc:spChg chg="del">
          <ac:chgData name="Sai Akhil" userId="40dd0c1814aa6f9c" providerId="LiveId" clId="{FAEFB410-7AB4-4A1B-8576-E760092007B9}" dt="2026-10-15T15:21:13.144" v="323" actId="22"/>
          <ac:spMkLst>
            <pc:docMk/>
            <pc:sldMk cId="4174955046" sldId="278"/>
            <ac:spMk id="3" creationId="{84E02D21-B2D1-8455-6377-C07A43A9C343}"/>
          </ac:spMkLst>
        </pc:spChg>
        <pc:picChg chg="add mod ord">
          <ac:chgData name="Sai Akhil" userId="40dd0c1814aa6f9c" providerId="LiveId" clId="{FAEFB410-7AB4-4A1B-8576-E760092007B9}" dt="2026-10-15T15:22:23.409" v="336" actId="14100"/>
          <ac:picMkLst>
            <pc:docMk/>
            <pc:sldMk cId="4174955046" sldId="278"/>
            <ac:picMk id="5" creationId="{BDDCAC05-B278-CE9D-54E9-CFACF23980D6}"/>
          </ac:picMkLst>
        </pc:picChg>
      </pc:sldChg>
      <pc:sldChg chg="addSp delSp modSp new mod">
        <pc:chgData name="Sai Akhil" userId="40dd0c1814aa6f9c" providerId="LiveId" clId="{FAEFB410-7AB4-4A1B-8576-E760092007B9}" dt="2026-10-16T08:07:59.369" v="1012" actId="1076"/>
        <pc:sldMkLst>
          <pc:docMk/>
          <pc:sldMk cId="948874163" sldId="279"/>
        </pc:sldMkLst>
        <pc:spChg chg="mod">
          <ac:chgData name="Sai Akhil" userId="40dd0c1814aa6f9c" providerId="LiveId" clId="{FAEFB410-7AB4-4A1B-8576-E760092007B9}" dt="2026-10-16T08:04:27.360" v="983" actId="20577"/>
          <ac:spMkLst>
            <pc:docMk/>
            <pc:sldMk cId="948874163" sldId="279"/>
            <ac:spMk id="2" creationId="{2F231359-3886-FF1A-95C5-F96F33587102}"/>
          </ac:spMkLst>
        </pc:spChg>
        <pc:spChg chg="add mod">
          <ac:chgData name="Sai Akhil" userId="40dd0c1814aa6f9c" providerId="LiveId" clId="{FAEFB410-7AB4-4A1B-8576-E760092007B9}" dt="2026-10-16T08:07:58.178" v="1011" actId="1076"/>
          <ac:spMkLst>
            <pc:docMk/>
            <pc:sldMk cId="948874163" sldId="279"/>
            <ac:spMk id="3" creationId="{16B83245-61FF-2A1C-6FB2-A3507407BB1A}"/>
          </ac:spMkLst>
        </pc:spChg>
        <pc:spChg chg="del">
          <ac:chgData name="Sai Akhil" userId="40dd0c1814aa6f9c" providerId="LiveId" clId="{FAEFB410-7AB4-4A1B-8576-E760092007B9}" dt="2026-10-15T15:21:29.478" v="324" actId="22"/>
          <ac:spMkLst>
            <pc:docMk/>
            <pc:sldMk cId="948874163" sldId="279"/>
            <ac:spMk id="3" creationId="{747354DC-D2E9-8C11-B35E-70C1A9669840}"/>
          </ac:spMkLst>
        </pc:spChg>
        <pc:spChg chg="add mod">
          <ac:chgData name="Sai Akhil" userId="40dd0c1814aa6f9c" providerId="LiveId" clId="{FAEFB410-7AB4-4A1B-8576-E760092007B9}" dt="2026-10-16T08:06:26.165" v="1001" actId="1076"/>
          <ac:spMkLst>
            <pc:docMk/>
            <pc:sldMk cId="948874163" sldId="279"/>
            <ac:spMk id="4" creationId="{670698E3-26B7-FC35-84DE-80F3E236CC10}"/>
          </ac:spMkLst>
        </pc:spChg>
        <pc:picChg chg="add mod ord">
          <ac:chgData name="Sai Akhil" userId="40dd0c1814aa6f9c" providerId="LiveId" clId="{FAEFB410-7AB4-4A1B-8576-E760092007B9}" dt="2026-10-16T08:05:21.397" v="988" actId="14100"/>
          <ac:picMkLst>
            <pc:docMk/>
            <pc:sldMk cId="948874163" sldId="279"/>
            <ac:picMk id="5" creationId="{F08B7EF7-4BF7-0BD4-BEEB-35ECD28FBCE7}"/>
          </ac:picMkLst>
        </pc:picChg>
        <pc:picChg chg="add mod">
          <ac:chgData name="Sai Akhil" userId="40dd0c1814aa6f9c" providerId="LiveId" clId="{FAEFB410-7AB4-4A1B-8576-E760092007B9}" dt="2026-10-16T08:07:59.369" v="1012" actId="1076"/>
          <ac:picMkLst>
            <pc:docMk/>
            <pc:sldMk cId="948874163" sldId="279"/>
            <ac:picMk id="7" creationId="{A944171F-EC17-BDD2-0148-319580CE50EE}"/>
          </ac:picMkLst>
        </pc:picChg>
      </pc:sldChg>
      <pc:sldChg chg="new del">
        <pc:chgData name="Sai Akhil" userId="40dd0c1814aa6f9c" providerId="LiveId" clId="{FAEFB410-7AB4-4A1B-8576-E760092007B9}" dt="2026-10-15T15:21:58.386" v="332" actId="2696"/>
        <pc:sldMkLst>
          <pc:docMk/>
          <pc:sldMk cId="936990255" sldId="280"/>
        </pc:sldMkLst>
      </pc:sldChg>
      <pc:sldChg chg="addSp delSp modSp new mod ord modClrScheme chgLayout">
        <pc:chgData name="Sai Akhil" userId="40dd0c1814aa6f9c" providerId="LiveId" clId="{FAEFB410-7AB4-4A1B-8576-E760092007B9}" dt="2026-10-15T15:24:46.892" v="381" actId="2711"/>
        <pc:sldMkLst>
          <pc:docMk/>
          <pc:sldMk cId="2329365339" sldId="280"/>
        </pc:sldMkLst>
        <pc:spChg chg="del mod ord">
          <ac:chgData name="Sai Akhil" userId="40dd0c1814aa6f9c" providerId="LiveId" clId="{FAEFB410-7AB4-4A1B-8576-E760092007B9}" dt="2026-10-15T15:24:15.789" v="354" actId="700"/>
          <ac:spMkLst>
            <pc:docMk/>
            <pc:sldMk cId="2329365339" sldId="280"/>
            <ac:spMk id="2" creationId="{75542556-3DF9-7070-16AC-3BE42CD8E5B1}"/>
          </ac:spMkLst>
        </pc:spChg>
        <pc:spChg chg="del mod ord">
          <ac:chgData name="Sai Akhil" userId="40dd0c1814aa6f9c" providerId="LiveId" clId="{FAEFB410-7AB4-4A1B-8576-E760092007B9}" dt="2026-10-15T15:24:15.789" v="354" actId="700"/>
          <ac:spMkLst>
            <pc:docMk/>
            <pc:sldMk cId="2329365339" sldId="280"/>
            <ac:spMk id="3" creationId="{CC9C5026-EBDD-17E1-7D00-868EFC1E29F4}"/>
          </ac:spMkLst>
        </pc:spChg>
        <pc:spChg chg="add del mod ord">
          <ac:chgData name="Sai Akhil" userId="40dd0c1814aa6f9c" providerId="LiveId" clId="{FAEFB410-7AB4-4A1B-8576-E760092007B9}" dt="2026-10-15T15:24:21.164" v="355" actId="700"/>
          <ac:spMkLst>
            <pc:docMk/>
            <pc:sldMk cId="2329365339" sldId="280"/>
            <ac:spMk id="4" creationId="{46361F63-F960-F939-C8F8-57011C53664B}"/>
          </ac:spMkLst>
        </pc:spChg>
        <pc:spChg chg="add del mod ord">
          <ac:chgData name="Sai Akhil" userId="40dd0c1814aa6f9c" providerId="LiveId" clId="{FAEFB410-7AB4-4A1B-8576-E760092007B9}" dt="2026-10-15T15:24:21.164" v="355" actId="700"/>
          <ac:spMkLst>
            <pc:docMk/>
            <pc:sldMk cId="2329365339" sldId="280"/>
            <ac:spMk id="5" creationId="{54CD86B5-1ED8-D07B-EC7F-D9336C2ADF6D}"/>
          </ac:spMkLst>
        </pc:spChg>
        <pc:spChg chg="add mod ord">
          <ac:chgData name="Sai Akhil" userId="40dd0c1814aa6f9c" providerId="LiveId" clId="{FAEFB410-7AB4-4A1B-8576-E760092007B9}" dt="2026-10-15T15:24:21.164" v="355" actId="700"/>
          <ac:spMkLst>
            <pc:docMk/>
            <pc:sldMk cId="2329365339" sldId="280"/>
            <ac:spMk id="6" creationId="{30728BF2-B43B-B6E2-A13E-1A17482D4C86}"/>
          </ac:spMkLst>
        </pc:spChg>
        <pc:spChg chg="add mod ord">
          <ac:chgData name="Sai Akhil" userId="40dd0c1814aa6f9c" providerId="LiveId" clId="{FAEFB410-7AB4-4A1B-8576-E760092007B9}" dt="2026-10-15T15:24:46.892" v="381" actId="2711"/>
          <ac:spMkLst>
            <pc:docMk/>
            <pc:sldMk cId="2329365339" sldId="280"/>
            <ac:spMk id="7" creationId="{F99FB737-51BF-07D7-E477-05F38E6299ED}"/>
          </ac:spMkLst>
        </pc:spChg>
      </pc:sldChg>
      <pc:sldChg chg="addSp delSp modSp new mod ord modClrScheme chgLayout">
        <pc:chgData name="Sai Akhil" userId="40dd0c1814aa6f9c" providerId="LiveId" clId="{FAEFB410-7AB4-4A1B-8576-E760092007B9}" dt="2026-10-16T08:17:18.817" v="1034" actId="2711"/>
        <pc:sldMkLst>
          <pc:docMk/>
          <pc:sldMk cId="2107178642" sldId="281"/>
        </pc:sldMkLst>
        <pc:spChg chg="del">
          <ac:chgData name="Sai Akhil" userId="40dd0c1814aa6f9c" providerId="LiveId" clId="{FAEFB410-7AB4-4A1B-8576-E760092007B9}" dt="2026-10-15T16:13:46.851" v="394" actId="26606"/>
          <ac:spMkLst>
            <pc:docMk/>
            <pc:sldMk cId="2107178642" sldId="281"/>
            <ac:spMk id="2" creationId="{19BB56DA-D7E7-0CCC-A7D0-8AEA92FFFEB6}"/>
          </ac:spMkLst>
        </pc:spChg>
        <pc:spChg chg="add mod">
          <ac:chgData name="Sai Akhil" userId="40dd0c1814aa6f9c" providerId="LiveId" clId="{FAEFB410-7AB4-4A1B-8576-E760092007B9}" dt="2026-10-15T16:41:30.443" v="416" actId="478"/>
          <ac:spMkLst>
            <pc:docMk/>
            <pc:sldMk cId="2107178642" sldId="281"/>
            <ac:spMk id="3" creationId="{A176DDA7-7994-24AC-C3C2-284208A8523B}"/>
          </ac:spMkLst>
        </pc:spChg>
        <pc:spChg chg="del">
          <ac:chgData name="Sai Akhil" userId="40dd0c1814aa6f9c" providerId="LiveId" clId="{FAEFB410-7AB4-4A1B-8576-E760092007B9}" dt="2026-10-15T16:13:46.851" v="394" actId="26606"/>
          <ac:spMkLst>
            <pc:docMk/>
            <pc:sldMk cId="2107178642" sldId="281"/>
            <ac:spMk id="3" creationId="{EBCB9943-EF15-3210-8026-D580A317D941}"/>
          </ac:spMkLst>
        </pc:spChg>
        <pc:spChg chg="del">
          <ac:chgData name="Sai Akhil" userId="40dd0c1814aa6f9c" providerId="LiveId" clId="{FAEFB410-7AB4-4A1B-8576-E760092007B9}" dt="2026-10-15T16:13:46.851" v="394" actId="26606"/>
          <ac:spMkLst>
            <pc:docMk/>
            <pc:sldMk cId="2107178642" sldId="281"/>
            <ac:spMk id="4" creationId="{029A35F4-F233-431C-9D51-2AF21A2BCD9C}"/>
          </ac:spMkLst>
        </pc:spChg>
        <pc:spChg chg="add mod">
          <ac:chgData name="Sai Akhil" userId="40dd0c1814aa6f9c" providerId="LiveId" clId="{FAEFB410-7AB4-4A1B-8576-E760092007B9}" dt="2026-10-16T08:17:18.817" v="1034" actId="2711"/>
          <ac:spMkLst>
            <pc:docMk/>
            <pc:sldMk cId="2107178642" sldId="281"/>
            <ac:spMk id="9" creationId="{CC6ACB0F-2B7F-217C-B1D4-D4A5A0E3267C}"/>
          </ac:spMkLst>
        </pc:spChg>
        <pc:spChg chg="add del mod">
          <ac:chgData name="Sai Akhil" userId="40dd0c1814aa6f9c" providerId="LiveId" clId="{FAEFB410-7AB4-4A1B-8576-E760092007B9}" dt="2026-10-15T16:13:49.099" v="395" actId="22"/>
          <ac:spMkLst>
            <pc:docMk/>
            <pc:sldMk cId="2107178642" sldId="281"/>
            <ac:spMk id="11" creationId="{C2256824-117B-A51E-816C-A8CE71DC6E4C}"/>
          </ac:spMkLst>
        </pc:spChg>
        <pc:picChg chg="add mod">
          <ac:chgData name="Sai Akhil" userId="40dd0c1814aa6f9c" providerId="LiveId" clId="{FAEFB410-7AB4-4A1B-8576-E760092007B9}" dt="2026-10-15T16:42:31.830" v="423" actId="1076"/>
          <ac:picMkLst>
            <pc:docMk/>
            <pc:sldMk cId="2107178642" sldId="281"/>
            <ac:picMk id="5" creationId="{37A04F66-851C-13B1-8088-CDE7DDECBE7D}"/>
          </ac:picMkLst>
        </pc:picChg>
        <pc:picChg chg="add del mod ord">
          <ac:chgData name="Sai Akhil" userId="40dd0c1814aa6f9c" providerId="LiveId" clId="{FAEFB410-7AB4-4A1B-8576-E760092007B9}" dt="2026-10-15T16:41:30.443" v="416" actId="478"/>
          <ac:picMkLst>
            <pc:docMk/>
            <pc:sldMk cId="2107178642" sldId="281"/>
            <ac:picMk id="6" creationId="{427E9FF8-2BB4-A87B-856C-D3256DB42872}"/>
          </ac:picMkLst>
        </pc:picChg>
      </pc:sldChg>
      <pc:sldChg chg="addSp delSp modSp new mod">
        <pc:chgData name="Sai Akhil" userId="40dd0c1814aa6f9c" providerId="LiveId" clId="{FAEFB410-7AB4-4A1B-8576-E760092007B9}" dt="2026-10-16T08:17:58.444" v="1074" actId="2711"/>
        <pc:sldMkLst>
          <pc:docMk/>
          <pc:sldMk cId="2981319164" sldId="282"/>
        </pc:sldMkLst>
        <pc:spChg chg="mod">
          <ac:chgData name="Sai Akhil" userId="40dd0c1814aa6f9c" providerId="LiveId" clId="{FAEFB410-7AB4-4A1B-8576-E760092007B9}" dt="2026-10-16T08:17:58.444" v="1074" actId="2711"/>
          <ac:spMkLst>
            <pc:docMk/>
            <pc:sldMk cId="2981319164" sldId="282"/>
            <ac:spMk id="2" creationId="{18DCD4E9-BC35-E5B2-F19B-76346A2F4DD1}"/>
          </ac:spMkLst>
        </pc:spChg>
        <pc:spChg chg="del">
          <ac:chgData name="Sai Akhil" userId="40dd0c1814aa6f9c" providerId="LiveId" clId="{FAEFB410-7AB4-4A1B-8576-E760092007B9}" dt="2026-10-15T16:17:51.817" v="405" actId="22"/>
          <ac:spMkLst>
            <pc:docMk/>
            <pc:sldMk cId="2981319164" sldId="282"/>
            <ac:spMk id="3" creationId="{7C2A76A5-830A-6777-1DD1-E2329CC1FB75}"/>
          </ac:spMkLst>
        </pc:spChg>
        <pc:picChg chg="add mod ord">
          <ac:chgData name="Sai Akhil" userId="40dd0c1814aa6f9c" providerId="LiveId" clId="{FAEFB410-7AB4-4A1B-8576-E760092007B9}" dt="2026-10-16T08:17:49.617" v="1056" actId="1076"/>
          <ac:picMkLst>
            <pc:docMk/>
            <pc:sldMk cId="2981319164" sldId="282"/>
            <ac:picMk id="5" creationId="{1B06D8E3-55BA-DB74-67A7-F3B65FF49532}"/>
          </ac:picMkLst>
        </pc:picChg>
      </pc:sldChg>
      <pc:sldChg chg="addSp delSp modSp new mod modClrScheme chgLayout">
        <pc:chgData name="Sai Akhil" userId="40dd0c1814aa6f9c" providerId="LiveId" clId="{FAEFB410-7AB4-4A1B-8576-E760092007B9}" dt="2026-10-15T17:26:55.337" v="613" actId="26606"/>
        <pc:sldMkLst>
          <pc:docMk/>
          <pc:sldMk cId="1862259884" sldId="283"/>
        </pc:sldMkLst>
        <pc:spChg chg="mod">
          <ac:chgData name="Sai Akhil" userId="40dd0c1814aa6f9c" providerId="LiveId" clId="{FAEFB410-7AB4-4A1B-8576-E760092007B9}" dt="2026-10-15T17:26:55.337" v="613" actId="26606"/>
          <ac:spMkLst>
            <pc:docMk/>
            <pc:sldMk cId="1862259884" sldId="283"/>
            <ac:spMk id="2" creationId="{35C73556-1888-3F15-A4CF-0F9877CC7AB9}"/>
          </ac:spMkLst>
        </pc:spChg>
        <pc:spChg chg="del">
          <ac:chgData name="Sai Akhil" userId="40dd0c1814aa6f9c" providerId="LiveId" clId="{FAEFB410-7AB4-4A1B-8576-E760092007B9}" dt="2026-10-15T17:23:46.313" v="548" actId="22"/>
          <ac:spMkLst>
            <pc:docMk/>
            <pc:sldMk cId="1862259884" sldId="283"/>
            <ac:spMk id="3" creationId="{E319F581-4E08-632B-9F21-8CE9A72C8291}"/>
          </ac:spMkLst>
        </pc:spChg>
        <pc:spChg chg="add mod">
          <ac:chgData name="Sai Akhil" userId="40dd0c1814aa6f9c" providerId="LiveId" clId="{FAEFB410-7AB4-4A1B-8576-E760092007B9}" dt="2026-10-15T17:26:55.337" v="613" actId="26606"/>
          <ac:spMkLst>
            <pc:docMk/>
            <pc:sldMk cId="1862259884" sldId="283"/>
            <ac:spMk id="6" creationId="{B757E8B0-6FE4-E99D-2326-3ED4419AFFD0}"/>
          </ac:spMkLst>
        </pc:spChg>
        <pc:picChg chg="add mod ord modCrop">
          <ac:chgData name="Sai Akhil" userId="40dd0c1814aa6f9c" providerId="LiveId" clId="{FAEFB410-7AB4-4A1B-8576-E760092007B9}" dt="2026-10-15T17:26:55.337" v="613" actId="26606"/>
          <ac:picMkLst>
            <pc:docMk/>
            <pc:sldMk cId="1862259884" sldId="283"/>
            <ac:picMk id="5" creationId="{0D8ED37F-2308-8D50-8A17-03AF465ECBBC}"/>
          </ac:picMkLst>
        </pc:picChg>
      </pc:sldChg>
      <pc:sldChg chg="modSp new mod ord">
        <pc:chgData name="Sai Akhil" userId="40dd0c1814aa6f9c" providerId="LiveId" clId="{FAEFB410-7AB4-4A1B-8576-E760092007B9}" dt="2026-10-16T08:23:31.770" v="1193" actId="113"/>
        <pc:sldMkLst>
          <pc:docMk/>
          <pc:sldMk cId="1840177487" sldId="284"/>
        </pc:sldMkLst>
        <pc:spChg chg="mod">
          <ac:chgData name="Sai Akhil" userId="40dd0c1814aa6f9c" providerId="LiveId" clId="{FAEFB410-7AB4-4A1B-8576-E760092007B9}" dt="2026-10-15T17:36:37.516" v="643" actId="255"/>
          <ac:spMkLst>
            <pc:docMk/>
            <pc:sldMk cId="1840177487" sldId="284"/>
            <ac:spMk id="2" creationId="{0C5799D2-699A-BA19-C955-235FFB134A76}"/>
          </ac:spMkLst>
        </pc:spChg>
        <pc:spChg chg="mod">
          <ac:chgData name="Sai Akhil" userId="40dd0c1814aa6f9c" providerId="LiveId" clId="{FAEFB410-7AB4-4A1B-8576-E760092007B9}" dt="2026-10-16T08:23:31.770" v="1193" actId="113"/>
          <ac:spMkLst>
            <pc:docMk/>
            <pc:sldMk cId="1840177487" sldId="284"/>
            <ac:spMk id="3" creationId="{6A08769F-DBE8-0E48-B11D-96DFBAAB5608}"/>
          </ac:spMkLst>
        </pc:spChg>
      </pc:sldChg>
      <pc:sldChg chg="addSp delSp modSp new mod modClrScheme chgLayout">
        <pc:chgData name="Sai Akhil" userId="40dd0c1814aa6f9c" providerId="LiveId" clId="{FAEFB410-7AB4-4A1B-8576-E760092007B9}" dt="2026-10-15T17:47:01.551" v="931" actId="1036"/>
        <pc:sldMkLst>
          <pc:docMk/>
          <pc:sldMk cId="2955490683" sldId="285"/>
        </pc:sldMkLst>
        <pc:spChg chg="mod ord">
          <ac:chgData name="Sai Akhil" userId="40dd0c1814aa6f9c" providerId="LiveId" clId="{FAEFB410-7AB4-4A1B-8576-E760092007B9}" dt="2026-10-15T17:45:14.135" v="895" actId="700"/>
          <ac:spMkLst>
            <pc:docMk/>
            <pc:sldMk cId="2955490683" sldId="285"/>
            <ac:spMk id="2" creationId="{98ECA9AE-0136-B61C-F4F5-D358781D0A85}"/>
          </ac:spMkLst>
        </pc:spChg>
        <pc:spChg chg="del mod ord">
          <ac:chgData name="Sai Akhil" userId="40dd0c1814aa6f9c" providerId="LiveId" clId="{FAEFB410-7AB4-4A1B-8576-E760092007B9}" dt="2026-10-15T17:45:14.135" v="895" actId="700"/>
          <ac:spMkLst>
            <pc:docMk/>
            <pc:sldMk cId="2955490683" sldId="285"/>
            <ac:spMk id="3" creationId="{11B98236-0CAD-7968-5E94-77B290617445}"/>
          </ac:spMkLst>
        </pc:spChg>
        <pc:spChg chg="add mod ord">
          <ac:chgData name="Sai Akhil" userId="40dd0c1814aa6f9c" providerId="LiveId" clId="{FAEFB410-7AB4-4A1B-8576-E760092007B9}" dt="2026-10-15T17:45:32.995" v="920" actId="2711"/>
          <ac:spMkLst>
            <pc:docMk/>
            <pc:sldMk cId="2955490683" sldId="285"/>
            <ac:spMk id="4" creationId="{617BA0FD-5B18-ED07-0D1C-BC4F0C4E3A31}"/>
          </ac:spMkLst>
        </pc:spChg>
        <pc:spChg chg="add mod ord">
          <ac:chgData name="Sai Akhil" userId="40dd0c1814aa6f9c" providerId="LiveId" clId="{FAEFB410-7AB4-4A1B-8576-E760092007B9}" dt="2026-10-15T17:45:14.135" v="895" actId="700"/>
          <ac:spMkLst>
            <pc:docMk/>
            <pc:sldMk cId="2955490683" sldId="285"/>
            <ac:spMk id="5" creationId="{8F6063A4-E00C-7EDB-8DA9-C2596B496DCE}"/>
          </ac:spMkLst>
        </pc:spChg>
        <pc:picChg chg="add del">
          <ac:chgData name="Sai Akhil" userId="40dd0c1814aa6f9c" providerId="LiveId" clId="{FAEFB410-7AB4-4A1B-8576-E760092007B9}" dt="2026-10-15T17:46:38.483" v="923" actId="478"/>
          <ac:picMkLst>
            <pc:docMk/>
            <pc:sldMk cId="2955490683" sldId="285"/>
            <ac:picMk id="6" creationId="{500EF2DC-6A4A-17A3-A7E2-60E30F447F58}"/>
          </ac:picMkLst>
        </pc:picChg>
        <pc:picChg chg="add mod">
          <ac:chgData name="Sai Akhil" userId="40dd0c1814aa6f9c" providerId="LiveId" clId="{FAEFB410-7AB4-4A1B-8576-E760092007B9}" dt="2026-10-15T17:47:01.551" v="931" actId="1036"/>
          <ac:picMkLst>
            <pc:docMk/>
            <pc:sldMk cId="2955490683" sldId="285"/>
            <ac:picMk id="7" creationId="{22B90E13-1DB7-797F-19A6-98F9DE125B73}"/>
          </ac:picMkLst>
        </pc:picChg>
      </pc:sldChg>
      <pc:sldChg chg="modSp new mod">
        <pc:chgData name="Sai Akhil" userId="40dd0c1814aa6f9c" providerId="LiveId" clId="{FAEFB410-7AB4-4A1B-8576-E760092007B9}" dt="2026-10-15T17:50:06.685" v="961" actId="123"/>
        <pc:sldMkLst>
          <pc:docMk/>
          <pc:sldMk cId="2345401604" sldId="286"/>
        </pc:sldMkLst>
        <pc:spChg chg="mod">
          <ac:chgData name="Sai Akhil" userId="40dd0c1814aa6f9c" providerId="LiveId" clId="{FAEFB410-7AB4-4A1B-8576-E760092007B9}" dt="2026-10-15T17:48:16.098" v="948" actId="2711"/>
          <ac:spMkLst>
            <pc:docMk/>
            <pc:sldMk cId="2345401604" sldId="286"/>
            <ac:spMk id="2" creationId="{E2698CF3-E700-DD12-2D00-C2817B13AD46}"/>
          </ac:spMkLst>
        </pc:spChg>
        <pc:spChg chg="mod">
          <ac:chgData name="Sai Akhil" userId="40dd0c1814aa6f9c" providerId="LiveId" clId="{FAEFB410-7AB4-4A1B-8576-E760092007B9}" dt="2026-10-15T17:50:06.685" v="961" actId="123"/>
          <ac:spMkLst>
            <pc:docMk/>
            <pc:sldMk cId="2345401604" sldId="286"/>
            <ac:spMk id="3" creationId="{979A68FC-0306-EF52-F73E-4E39CEA934CA}"/>
          </ac:spMkLst>
        </pc:spChg>
      </pc:sldChg>
      <pc:sldChg chg="addSp delSp modSp new mod ord">
        <pc:chgData name="Sai Akhil" userId="40dd0c1814aa6f9c" providerId="LiveId" clId="{FAEFB410-7AB4-4A1B-8576-E760092007B9}" dt="2026-10-16T08:18:23.072" v="1077" actId="14100"/>
        <pc:sldMkLst>
          <pc:docMk/>
          <pc:sldMk cId="2725152138" sldId="287"/>
        </pc:sldMkLst>
        <pc:spChg chg="mod">
          <ac:chgData name="Sai Akhil" userId="40dd0c1814aa6f9c" providerId="LiveId" clId="{FAEFB410-7AB4-4A1B-8576-E760092007B9}" dt="2026-10-16T08:17:40.790" v="1055" actId="2711"/>
          <ac:spMkLst>
            <pc:docMk/>
            <pc:sldMk cId="2725152138" sldId="287"/>
            <ac:spMk id="2" creationId="{387898CE-6050-9857-EA6A-1D38A22D0A5F}"/>
          </ac:spMkLst>
        </pc:spChg>
        <pc:spChg chg="del">
          <ac:chgData name="Sai Akhil" userId="40dd0c1814aa6f9c" providerId="LiveId" clId="{FAEFB410-7AB4-4A1B-8576-E760092007B9}" dt="2026-10-16T08:17:24.328" v="1036" actId="22"/>
          <ac:spMkLst>
            <pc:docMk/>
            <pc:sldMk cId="2725152138" sldId="287"/>
            <ac:spMk id="3" creationId="{AD91A1F9-3C64-FB1F-BB6E-5B85E1469263}"/>
          </ac:spMkLst>
        </pc:spChg>
        <pc:picChg chg="add mod ord">
          <ac:chgData name="Sai Akhil" userId="40dd0c1814aa6f9c" providerId="LiveId" clId="{FAEFB410-7AB4-4A1B-8576-E760092007B9}" dt="2026-10-16T08:18:23.072" v="1077" actId="14100"/>
          <ac:picMkLst>
            <pc:docMk/>
            <pc:sldMk cId="2725152138" sldId="287"/>
            <ac:picMk id="5" creationId="{0CD2B295-E264-9FDF-81B4-D4B0D1B9A659}"/>
          </ac:picMkLst>
        </pc:picChg>
      </pc:sldChg>
      <pc:sldChg chg="addSp delSp modSp new mod">
        <pc:chgData name="Sai Akhil" userId="40dd0c1814aa6f9c" providerId="LiveId" clId="{FAEFB410-7AB4-4A1B-8576-E760092007B9}" dt="2026-10-16T08:19:32.967" v="1095" actId="20577"/>
        <pc:sldMkLst>
          <pc:docMk/>
          <pc:sldMk cId="605809149" sldId="288"/>
        </pc:sldMkLst>
        <pc:spChg chg="mod">
          <ac:chgData name="Sai Akhil" userId="40dd0c1814aa6f9c" providerId="LiveId" clId="{FAEFB410-7AB4-4A1B-8576-E760092007B9}" dt="2026-10-16T08:19:32.967" v="1095" actId="20577"/>
          <ac:spMkLst>
            <pc:docMk/>
            <pc:sldMk cId="605809149" sldId="288"/>
            <ac:spMk id="2" creationId="{C70FC158-EB48-B367-80EF-407F8ABA5989}"/>
          </ac:spMkLst>
        </pc:spChg>
        <pc:spChg chg="del">
          <ac:chgData name="Sai Akhil" userId="40dd0c1814aa6f9c" providerId="LiveId" clId="{FAEFB410-7AB4-4A1B-8576-E760092007B9}" dt="2026-10-16T08:19:27.368" v="1079" actId="22"/>
          <ac:spMkLst>
            <pc:docMk/>
            <pc:sldMk cId="605809149" sldId="288"/>
            <ac:spMk id="3" creationId="{17C4B094-1997-524F-96F4-17D353B5A7D8}"/>
          </ac:spMkLst>
        </pc:spChg>
        <pc:picChg chg="add mod ord">
          <ac:chgData name="Sai Akhil" userId="40dd0c1814aa6f9c" providerId="LiveId" clId="{FAEFB410-7AB4-4A1B-8576-E760092007B9}" dt="2026-10-16T08:19:27.368" v="1079" actId="22"/>
          <ac:picMkLst>
            <pc:docMk/>
            <pc:sldMk cId="605809149" sldId="288"/>
            <ac:picMk id="5" creationId="{142108C8-AB79-F65D-820F-44EC3529EB4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29814657-813A-4D7B-A2F8-E573BA1645D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02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C24E-B95E-481D-968E-0BDCFC72F656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8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9814657-813A-4D7B-A2F8-E573BA1645D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9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F44E88-89D9-49CC-9E37-1AF77A031198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2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5DC98-F527-4737-A5B9-3597210FA2F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11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0708-E793-490B-9201-425C8D1F325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42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8991-530B-4F8D-80FE-2192BD2DD5A5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C1EA83-3F38-254B-9CE5-44A25E2DF7A4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410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7E6-5CE8-4544-92C7-AEB7D166FD7D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1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F5F7DF4-8BE0-4832-9230-78DDDEC4B6DD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6E4FF9-2574-10F2-FFFC-47E1179A2C9F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59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D3D21CC-B9C8-49F6-ADE7-6BF4A546A74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9EBE8-4703-5CF2-8874-5B2014476ADB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386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723AE1-14A9-42B1-9F02-B524DA830762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8765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C1166B1E-1AFA-4A7F-9646-409FBAA0A88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491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3164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9814657-813A-4D7B-A2F8-E573BA1645D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8654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A28231D-ABE1-4859-B037-5D42FA8F4858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7119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AAA916C4-9175-479B-9610-7E06A2EDFEE0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286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D2788-6390-4160-9542-0F1C554F0165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86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8690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8D6C-D0F1-479F-911E-8569D2F1ED15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52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1E07-9F97-42AE-9FE9-3EAD856BDB2A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53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AF44C-1683-44E3-97C5-DF51C69BF7AA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00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0565-788C-402B-B078-3F96B9A231B8}" type="datetime1">
              <a:rPr lang="en-US" smtClean="0"/>
              <a:t>10/16/2026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3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67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FE45-F91B-4375-B362-4DC6F9A2A304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32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FA61-E651-4E50-A159-710A5ED7E6FE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8E4A3D-A409-65F1-A9A0-A25516A5FED8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10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E0D87-B7D0-4C2E-BAD1-97A555313A20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44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10/16/2026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10/16/2026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9814657-813A-4D7B-A2F8-E573BA1645D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2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  <p:sldLayoutId id="2147484188" r:id="rId18"/>
    <p:sldLayoutId id="2147484189" r:id="rId19"/>
    <p:sldLayoutId id="2147484190" r:id="rId20"/>
    <p:sldLayoutId id="2147484191" r:id="rId21"/>
    <p:sldLayoutId id="2147484192" r:id="rId22"/>
    <p:sldLayoutId id="2147484193" r:id="rId23"/>
    <p:sldLayoutId id="2147484194" r:id="rId24"/>
    <p:sldLayoutId id="2147484195" r:id="rId25"/>
    <p:sldLayoutId id="2147484196" r:id="rId26"/>
    <p:sldLayoutId id="2147484197" r:id="rId27"/>
    <p:sldLayoutId id="2147484119" r:id="rId28"/>
    <p:sldLayoutId id="2147484114" r:id="rId29"/>
    <p:sldLayoutId id="2147484116" r:id="rId30"/>
    <p:sldLayoutId id="2147484117" r:id="rId31"/>
    <p:sldLayoutId id="2147484118" r:id="rId32"/>
    <p:sldLayoutId id="2147484120" r:id="rId33"/>
    <p:sldLayoutId id="2147484121" r:id="rId34"/>
    <p:sldLayoutId id="2147484124" r:id="rId35"/>
    <p:sldLayoutId id="2147484125" r:id="rId36"/>
    <p:sldLayoutId id="2147484126" r:id="rId37"/>
    <p:sldLayoutId id="2147484129" r:id="rId38"/>
    <p:sldLayoutId id="2147484132" r:id="rId39"/>
    <p:sldLayoutId id="2147484133" r:id="rId40"/>
    <p:sldLayoutId id="2147484135" r:id="rId41"/>
    <p:sldLayoutId id="2147484136" r:id="rId42"/>
    <p:sldLayoutId id="2147484138" r:id="rId43"/>
    <p:sldLayoutId id="2147484139" r:id="rId44"/>
    <p:sldLayoutId id="2147484140" r:id="rId45"/>
    <p:sldLayoutId id="2147484141" r:id="rId46"/>
    <p:sldLayoutId id="2147484142" r:id="rId47"/>
    <p:sldLayoutId id="2147484143" r:id="rId48"/>
    <p:sldLayoutId id="2147484144" r:id="rId49"/>
    <p:sldLayoutId id="2147484145" r:id="rId50"/>
    <p:sldLayoutId id="2147484146" r:id="rId51"/>
    <p:sldLayoutId id="2147484147" r:id="rId52"/>
    <p:sldLayoutId id="2147484148" r:id="rId53"/>
    <p:sldLayoutId id="2147484149" r:id="rId54"/>
    <p:sldLayoutId id="2147484150" r:id="rId55"/>
    <p:sldLayoutId id="2147484152" r:id="rId56"/>
    <p:sldLayoutId id="2147484158" r:id="rId57"/>
    <p:sldLayoutId id="2147484159" r:id="rId58"/>
    <p:sldLayoutId id="2147484160" r:id="rId59"/>
    <p:sldLayoutId id="2147484162" r:id="rId60"/>
    <p:sldLayoutId id="2147484163" r:id="rId61"/>
    <p:sldLayoutId id="2147484165" r:id="rId62"/>
    <p:sldLayoutId id="2147484166" r:id="rId6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219200"/>
            <a:ext cx="8154804" cy="2323883"/>
          </a:xfrm>
        </p:spPr>
        <p:txBody>
          <a:bodyPr>
            <a:no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Multistage Domino Logic of AND Gate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211869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K Sai Akhil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MTech VLSI Design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VLD26006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CMOS Integrated Circuit’s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Amrita Vishwa Vidyapeetham</a:t>
            </a:r>
          </a:p>
          <a:p>
            <a:r>
              <a:rPr lang="en-US" dirty="0" err="1">
                <a:latin typeface="Baskerville Old Face" panose="02020602080505020303" pitchFamily="18" charset="0"/>
              </a:rPr>
              <a:t>Amritapuri</a:t>
            </a:r>
            <a:r>
              <a:rPr lang="en-US" dirty="0">
                <a:latin typeface="Baskerville Old Face" panose="02020602080505020303" pitchFamily="18" charset="0"/>
              </a:rPr>
              <a:t> Campus</a:t>
            </a:r>
          </a:p>
          <a:p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D0AC-508E-33CF-90AB-7201DB0F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285F-F873-29F0-630B-2EC402ACEB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Baskerville Old Face" panose="02020602080505020303" pitchFamily="18" charset="0"/>
              </a:rPr>
              <a:t>Propagation delay estimation of a multi-stage Domino chain using Elmore delay models and SPICE.</a:t>
            </a:r>
          </a:p>
          <a:p>
            <a:endParaRPr lang="en-US" sz="28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9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23FC2F-EC91-F3BC-8499-461506C4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9C431-0663-2150-9451-9D3A02CA83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667000"/>
            <a:ext cx="10894015" cy="3213494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design and simulate a multi-stage Domino logic chain using SPICE.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develop equivalent RC tree models for the individual stages and estimate propagation delay using the Elmore delay model.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calculate the propagation delay of the complete Domino chain by considering the resistance and capacitance contributions of each stage.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analyze the rising and falling propagation delays and identify the critical timing path.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To compare the analytically estimated delays with SPICE simulation results and evaluate the accuracy of the Elmore delay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01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C00E0B3-EE63-D02A-5F9F-03790036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886201" cy="106680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Static CMOS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9577861-1875-0AE5-61B2-6D1EB362F20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8117" r="8117"/>
          <a:stretch/>
        </p:blipFill>
        <p:spPr>
          <a:xfrm>
            <a:off x="36408" y="2057400"/>
            <a:ext cx="5137395" cy="4093798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noFill/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D2AA9CD8-064F-BD97-570A-DDCA975B23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1600" dirty="0">
                <a:latin typeface="Baskerville Old Face" panose="02020602080505020303" pitchFamily="18" charset="0"/>
              </a:rPr>
              <a:t>Static CMOS Logic: Static CMOS logic uses complementary PMOS pull-up and NMOS pull-down networks to implement logic functions. It provides reliable, full-swing logic outputs and retains its logic state as long as power is supplied.</a:t>
            </a:r>
          </a:p>
          <a:p>
            <a:pPr algn="just">
              <a:lnSpc>
                <a:spcPct val="110000"/>
              </a:lnSpc>
            </a:pPr>
            <a:r>
              <a:rPr lang="en-US" sz="1600" dirty="0">
                <a:latin typeface="Baskerville Old Face" panose="02020602080505020303" pitchFamily="18" charset="0"/>
              </a:rPr>
              <a:t>Limitations of Static CMOS Logic: For complex logic functions, static CMOS may require a large number of transistors, increasing circuit area and parasitic capacitance. The additional transistor networks and capacitive loads can increase propagation delay and dynamic power consumption.</a:t>
            </a:r>
          </a:p>
          <a:p>
            <a:pPr algn="just">
              <a:lnSpc>
                <a:spcPct val="110000"/>
              </a:lnSpc>
            </a:pPr>
            <a:r>
              <a:rPr lang="en-US" sz="1600" dirty="0">
                <a:latin typeface="Baskerville Old Face" panose="02020602080505020303" pitchFamily="18" charset="0"/>
              </a:rPr>
              <a:t>Introduction to Domino Logic: To address these limitations, domino logic uses dynamic CMOS techniques with a clock-controlled </a:t>
            </a:r>
            <a:r>
              <a:rPr lang="en-US" sz="1600" dirty="0" err="1">
                <a:latin typeface="Baskerville Old Face" panose="02020602080505020303" pitchFamily="18" charset="0"/>
              </a:rPr>
              <a:t>precharge</a:t>
            </a:r>
            <a:r>
              <a:rPr lang="en-US" sz="1600" dirty="0">
                <a:latin typeface="Baskerville Old Face" panose="02020602080505020303" pitchFamily="18" charset="0"/>
              </a:rPr>
              <a:t> PMOS, an NMOS evaluation network, and an output inverter. This structure can reduce transistor count and simplify complex logic implementation.</a:t>
            </a:r>
          </a:p>
          <a:p>
            <a:pPr algn="just">
              <a:lnSpc>
                <a:spcPct val="110000"/>
              </a:lnSpc>
            </a:pPr>
            <a:r>
              <a:rPr lang="en-US" sz="1600" dirty="0">
                <a:latin typeface="Baskerville Old Face" panose="02020602080505020303" pitchFamily="18" charset="0"/>
              </a:rPr>
              <a:t>Advantages of Domino Logic over Static CMOS: Domino logic can offer higher operating speed, lower input capacitance, reduced transistor count, and smaller area for suitable complex logic functions. However, it requires a clock, careful timing design, and management of dynamic-node leakage and charge-sharing effects.</a:t>
            </a:r>
          </a:p>
        </p:txBody>
      </p:sp>
    </p:spTree>
    <p:extLst>
      <p:ext uri="{BB962C8B-B14F-4D97-AF65-F5344CB8AC3E}">
        <p14:creationId xmlns:p14="http://schemas.microsoft.com/office/powerpoint/2010/main" val="88264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294E1F-95B8-9D94-973C-CAFBD38BB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914400"/>
            <a:ext cx="10483927" cy="3492875"/>
          </a:xfrm>
        </p:spPr>
        <p:txBody>
          <a:bodyPr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What is Domino Logic?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C4B635-D0C6-761A-3D00-F163C76D3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7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EF95-928B-1B6D-F2D1-E6C35E61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0B7650E-C5E4-5713-4887-469B29C4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7" y="449473"/>
            <a:ext cx="11274553" cy="559834"/>
          </a:xfrm>
        </p:spPr>
        <p:txBody>
          <a:bodyPr anchor="t">
            <a:noAutofit/>
          </a:bodyPr>
          <a:lstStyle/>
          <a:p>
            <a:r>
              <a:rPr lang="en-US" sz="4400" dirty="0">
                <a:latin typeface="Baskerville Old Face" panose="02020602080505020303" pitchFamily="18" charset="0"/>
              </a:rPr>
              <a:t>Dynamic CMOS: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1760F36-0765-7A68-C4F3-97FA30ADF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447" y="1009307"/>
            <a:ext cx="5212080" cy="559834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Baskerville Old Face" panose="02020602080505020303" pitchFamily="18" charset="0"/>
              </a:rPr>
              <a:t>How do we get Output using Dynamic  Logic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A5DE09-BD66-68A2-901A-FEEBAFE7C50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400" y="1710897"/>
            <a:ext cx="6135454" cy="434340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Baskerville Old Face" panose="02020602080505020303" pitchFamily="18" charset="0"/>
              </a:rPr>
              <a:t>Phase A: Precharge — CLK = 0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Precharge PMOS : ON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Its gate is LOW, so it provides a path from </a:t>
            </a:r>
            <a:r>
              <a:rPr lang="en-US" b="1" dirty="0">
                <a:latin typeface="Baskerville Old Face" panose="02020602080505020303" pitchFamily="18" charset="0"/>
              </a:rPr>
              <a:t>VDD </a:t>
            </a:r>
            <a:r>
              <a:rPr lang="en-US" dirty="0">
                <a:latin typeface="Baskerville Old Face" panose="02020602080505020303" pitchFamily="18" charset="0"/>
              </a:rPr>
              <a:t>to </a:t>
            </a:r>
            <a:r>
              <a:rPr lang="en-US" b="1" dirty="0">
                <a:latin typeface="Baskerville Old Face" panose="02020602080505020303" pitchFamily="18" charset="0"/>
              </a:rPr>
              <a:t>N’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Footer NMOS :OFF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Its gate is LOW, so the evaluation network has no conducting path to ground through the footer.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The N’ sees a HIGH Value.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Baskerville Old Face" panose="02020602080505020303" pitchFamily="18" charset="0"/>
              </a:rPr>
              <a:t>Phase B: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Phase B: Evaluation — CLK = 1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Now the circuit changes state.</a:t>
            </a:r>
          </a:p>
          <a:p>
            <a:pPr lvl="0"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M P</a:t>
            </a:r>
            <a:r>
              <a:rPr lang="en-US" dirty="0">
                <a:latin typeface="Baskerville Old Face" panose="02020602080505020303" pitchFamily="18" charset="0"/>
              </a:rPr>
              <a:t> turns </a:t>
            </a:r>
            <a:r>
              <a:rPr lang="en-US" b="1" dirty="0">
                <a:latin typeface="Baskerville Old Face" panose="02020602080505020303" pitchFamily="18" charset="0"/>
              </a:rPr>
              <a:t>OFF</a:t>
            </a:r>
            <a:r>
              <a:rPr lang="en-US" dirty="0">
                <a:latin typeface="Baskerville Old Face" panose="02020602080505020303" pitchFamily="18" charset="0"/>
              </a:rPr>
              <a:t>, disconnecting the </a:t>
            </a:r>
            <a:r>
              <a:rPr lang="en-US" dirty="0" err="1">
                <a:latin typeface="Baskerville Old Face" panose="02020602080505020303" pitchFamily="18" charset="0"/>
              </a:rPr>
              <a:t>precharge</a:t>
            </a:r>
            <a:r>
              <a:rPr lang="en-US" dirty="0">
                <a:latin typeface="Baskerville Old Face" panose="02020602080505020303" pitchFamily="18" charset="0"/>
              </a:rPr>
              <a:t> supply.</a:t>
            </a:r>
          </a:p>
          <a:p>
            <a:pPr lvl="0"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M N</a:t>
            </a:r>
            <a:r>
              <a:rPr lang="en-US" dirty="0">
                <a:latin typeface="Baskerville Old Face" panose="02020602080505020303" pitchFamily="18" charset="0"/>
              </a:rPr>
              <a:t> turns </a:t>
            </a:r>
            <a:r>
              <a:rPr lang="en-US" b="1" dirty="0">
                <a:latin typeface="Baskerville Old Face" panose="02020602080505020303" pitchFamily="18" charset="0"/>
              </a:rPr>
              <a:t>ON</a:t>
            </a:r>
            <a:r>
              <a:rPr lang="en-US" dirty="0">
                <a:latin typeface="Baskerville Old Face" panose="02020602080505020303" pitchFamily="18" charset="0"/>
              </a:rPr>
              <a:t>, enabling the path to ground.</a:t>
            </a:r>
          </a:p>
          <a:p>
            <a:pPr lvl="0"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M A</a:t>
            </a:r>
            <a:r>
              <a:rPr lang="en-US" dirty="0">
                <a:latin typeface="Baskerville Old Face" panose="02020602080505020303" pitchFamily="18" charset="0"/>
              </a:rPr>
              <a:t> and </a:t>
            </a:r>
            <a:r>
              <a:rPr lang="en-US" b="1" dirty="0">
                <a:latin typeface="Baskerville Old Face" panose="02020602080505020303" pitchFamily="18" charset="0"/>
              </a:rPr>
              <a:t>M B </a:t>
            </a:r>
            <a:r>
              <a:rPr lang="en-US" dirty="0">
                <a:latin typeface="Baskerville Old Face" panose="02020602080505020303" pitchFamily="18" charset="0"/>
              </a:rPr>
              <a:t>depend on inputs A and B.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Therefore </a:t>
            </a:r>
            <a:r>
              <a:rPr lang="en-US" dirty="0" err="1">
                <a:latin typeface="Baskerville Old Face" panose="02020602080505020303" pitchFamily="18" charset="0"/>
              </a:rPr>
              <a:t>Evalution</a:t>
            </a:r>
            <a:r>
              <a:rPr lang="en-US" dirty="0">
                <a:latin typeface="Baskerville Old Face" panose="02020602080505020303" pitchFamily="18" charset="0"/>
              </a:rPr>
              <a:t> of Y=~(A.B)</a:t>
            </a:r>
          </a:p>
          <a:p>
            <a:pPr>
              <a:lnSpc>
                <a:spcPct val="110000"/>
              </a:lnSpc>
            </a:pP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24CF00-DF6D-49CD-E2DD-80D572083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8854" y="1009307"/>
            <a:ext cx="5212080" cy="559834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Dynamic logic of and gate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6DE829-C03C-0F95-2B64-714779732AE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rcRect l="-1" r="66569"/>
          <a:stretch>
            <a:fillRect/>
          </a:stretch>
        </p:blipFill>
        <p:spPr>
          <a:xfrm>
            <a:off x="7467600" y="1916502"/>
            <a:ext cx="2335818" cy="393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8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46EDFB-AF96-915A-62D2-D5B88446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48E3B-AA5E-7736-C783-1064E7ED2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9CD9AA-2E11-586E-2DE3-5A858E761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FF7032-EB43-4EB3-F027-325E4233F47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ABAB94-B8C5-AE53-C92B-A77667FB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459" y="-38100"/>
            <a:ext cx="12320917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1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93ED-F5A2-A0C6-606E-73A4E8B7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8EF2D30-FCCD-E349-3811-DE0FE57C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 anchor="t">
            <a:normAutofit/>
          </a:bodyPr>
          <a:lstStyle/>
          <a:p>
            <a:r>
              <a:rPr lang="en-US">
                <a:latin typeface="Baskerville Old Face" panose="02020602080505020303" pitchFamily="18" charset="0"/>
              </a:rPr>
              <a:t>Domino Logic of AND Gate: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0B1E0DA-D32E-5988-D7E2-70ED27D14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How do we get Output using domino Logic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EE7FD0B-F9ED-6881-25D8-4FF8455922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0" y="1649451"/>
            <a:ext cx="5914369" cy="434340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Baskerville Old Face" panose="02020602080505020303" pitchFamily="18" charset="0"/>
              </a:rPr>
              <a:t>Phase A: Precharge — CLK = 0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Precharge PMOS : ON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Its gate is LOW, so it provides a path from </a:t>
            </a:r>
            <a:r>
              <a:rPr lang="en-US" b="1" dirty="0">
                <a:latin typeface="Baskerville Old Face" panose="02020602080505020303" pitchFamily="18" charset="0"/>
              </a:rPr>
              <a:t>VDD </a:t>
            </a:r>
            <a:r>
              <a:rPr lang="en-US" dirty="0">
                <a:latin typeface="Baskerville Old Face" panose="02020602080505020303" pitchFamily="18" charset="0"/>
              </a:rPr>
              <a:t>to </a:t>
            </a:r>
            <a:r>
              <a:rPr lang="en-US" b="1" dirty="0">
                <a:latin typeface="Baskerville Old Face" panose="02020602080505020303" pitchFamily="18" charset="0"/>
              </a:rPr>
              <a:t>N’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Footer NMOS :OFF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Its gate is LOW, so the evaluation network has no conducting path to ground through the footer.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The inverter sees a HIGH input, so </a:t>
            </a:r>
            <a:r>
              <a:rPr lang="en-US" b="1" dirty="0">
                <a:latin typeface="Baskerville Old Face" panose="02020602080505020303" pitchFamily="18" charset="0"/>
              </a:rPr>
              <a:t>Y=0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Baskerville Old Face" panose="02020602080505020303" pitchFamily="18" charset="0"/>
              </a:rPr>
              <a:t>Phase B: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Phase B: Evaluation — CLK = 1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Now the circuit changes state.</a:t>
            </a:r>
          </a:p>
          <a:p>
            <a:pPr lvl="0"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M P</a:t>
            </a:r>
            <a:r>
              <a:rPr lang="en-US" dirty="0">
                <a:latin typeface="Baskerville Old Face" panose="02020602080505020303" pitchFamily="18" charset="0"/>
              </a:rPr>
              <a:t> turns </a:t>
            </a:r>
            <a:r>
              <a:rPr lang="en-US" b="1" dirty="0">
                <a:latin typeface="Baskerville Old Face" panose="02020602080505020303" pitchFamily="18" charset="0"/>
              </a:rPr>
              <a:t>OFF</a:t>
            </a:r>
            <a:r>
              <a:rPr lang="en-US" dirty="0">
                <a:latin typeface="Baskerville Old Face" panose="02020602080505020303" pitchFamily="18" charset="0"/>
              </a:rPr>
              <a:t>, disconnecting the </a:t>
            </a:r>
            <a:r>
              <a:rPr lang="en-US" dirty="0" err="1">
                <a:latin typeface="Baskerville Old Face" panose="02020602080505020303" pitchFamily="18" charset="0"/>
              </a:rPr>
              <a:t>precharge</a:t>
            </a:r>
            <a:r>
              <a:rPr lang="en-US" dirty="0">
                <a:latin typeface="Baskerville Old Face" panose="02020602080505020303" pitchFamily="18" charset="0"/>
              </a:rPr>
              <a:t> supply.</a:t>
            </a:r>
          </a:p>
          <a:p>
            <a:pPr lvl="0"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M N</a:t>
            </a:r>
            <a:r>
              <a:rPr lang="en-US" dirty="0">
                <a:latin typeface="Baskerville Old Face" panose="02020602080505020303" pitchFamily="18" charset="0"/>
              </a:rPr>
              <a:t> turns </a:t>
            </a:r>
            <a:r>
              <a:rPr lang="en-US" b="1" dirty="0">
                <a:latin typeface="Baskerville Old Face" panose="02020602080505020303" pitchFamily="18" charset="0"/>
              </a:rPr>
              <a:t>ON</a:t>
            </a:r>
            <a:r>
              <a:rPr lang="en-US" dirty="0">
                <a:latin typeface="Baskerville Old Face" panose="02020602080505020303" pitchFamily="18" charset="0"/>
              </a:rPr>
              <a:t>, enabling the path to ground.</a:t>
            </a:r>
          </a:p>
          <a:p>
            <a:pPr lvl="0">
              <a:lnSpc>
                <a:spcPct val="110000"/>
              </a:lnSpc>
            </a:pPr>
            <a:r>
              <a:rPr lang="en-US" b="1" dirty="0">
                <a:latin typeface="Baskerville Old Face" panose="02020602080505020303" pitchFamily="18" charset="0"/>
              </a:rPr>
              <a:t>M A</a:t>
            </a:r>
            <a:r>
              <a:rPr lang="en-US" dirty="0">
                <a:latin typeface="Baskerville Old Face" panose="02020602080505020303" pitchFamily="18" charset="0"/>
              </a:rPr>
              <a:t> and </a:t>
            </a:r>
            <a:r>
              <a:rPr lang="en-US" b="1" dirty="0">
                <a:latin typeface="Baskerville Old Face" panose="02020602080505020303" pitchFamily="18" charset="0"/>
              </a:rPr>
              <a:t>M B </a:t>
            </a:r>
            <a:r>
              <a:rPr lang="en-US" dirty="0">
                <a:latin typeface="Baskerville Old Face" panose="02020602080505020303" pitchFamily="18" charset="0"/>
              </a:rPr>
              <a:t>depend on inputs A and B.</a:t>
            </a:r>
          </a:p>
          <a:p>
            <a:pPr lvl="0">
              <a:lnSpc>
                <a:spcPct val="110000"/>
              </a:lnSpc>
            </a:pPr>
            <a:r>
              <a:rPr lang="en-US" dirty="0">
                <a:latin typeface="Baskerville Old Face" panose="02020602080505020303" pitchFamily="18" charset="0"/>
              </a:rPr>
              <a:t>Therefore </a:t>
            </a:r>
            <a:r>
              <a:rPr lang="en-US" dirty="0" err="1">
                <a:latin typeface="Baskerville Old Face" panose="02020602080505020303" pitchFamily="18" charset="0"/>
              </a:rPr>
              <a:t>Evalution</a:t>
            </a:r>
            <a:r>
              <a:rPr lang="en-US" dirty="0">
                <a:latin typeface="Baskerville Old Face" panose="02020602080505020303" pitchFamily="18" charset="0"/>
              </a:rPr>
              <a:t> of Y=A.B</a:t>
            </a:r>
          </a:p>
          <a:p>
            <a:pPr>
              <a:lnSpc>
                <a:spcPct val="110000"/>
              </a:lnSpc>
            </a:pP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C0DB5AB-4C8F-8C72-7DD4-25A2243CF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Domino logic of and gate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9C502DE-67B1-B82B-D294-49F9D247E9EA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17390" b="-3"/>
          <a:stretch>
            <a:fillRect/>
          </a:stretch>
        </p:blipFill>
        <p:spPr>
          <a:xfrm>
            <a:off x="6245352" y="1649451"/>
            <a:ext cx="5212080" cy="434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21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2F44D05-3266-E2C5-07A3-9DEBC9E8B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2552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728BF2-B43B-B6E2-A13E-1A17482D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9FB737-51BF-07D7-E477-05F38E6299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Elmore Delay Calculation</a:t>
            </a:r>
          </a:p>
        </p:txBody>
      </p:sp>
    </p:spTree>
    <p:extLst>
      <p:ext uri="{BB962C8B-B14F-4D97-AF65-F5344CB8AC3E}">
        <p14:creationId xmlns:p14="http://schemas.microsoft.com/office/powerpoint/2010/main" val="2329365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2B9E-1235-3388-5C2B-C3B879B5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19456"/>
            <a:ext cx="4419600" cy="96926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askerville Old Face" panose="02020602080505020303" pitchFamily="18" charset="0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946AC-B57A-EFF4-A97A-B687317DCAD5}"/>
              </a:ext>
            </a:extLst>
          </p:cNvPr>
          <p:cNvSpPr txBox="1"/>
          <p:nvPr/>
        </p:nvSpPr>
        <p:spPr>
          <a:xfrm>
            <a:off x="6248400" y="5116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7208BC0-A224-6D9C-BC60-C5662A7DA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1" y="-76200"/>
            <a:ext cx="12397285" cy="693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69A182-1351-5666-12E3-19CAF3A82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124200"/>
            <a:ext cx="370114" cy="15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E2678E-E9D3-23BA-0686-3183126B826E}"/>
              </a:ext>
            </a:extLst>
          </p:cNvPr>
          <p:cNvSpPr txBox="1"/>
          <p:nvPr/>
        </p:nvSpPr>
        <p:spPr>
          <a:xfrm>
            <a:off x="3657600" y="5334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Baskerville Old Face" panose="02020602080505020303" pitchFamily="18" charset="0"/>
              </a:rPr>
              <a:t>3 C</a:t>
            </a:r>
          </a:p>
        </p:txBody>
      </p:sp>
    </p:spTree>
    <p:extLst>
      <p:ext uri="{BB962C8B-B14F-4D97-AF65-F5344CB8AC3E}">
        <p14:creationId xmlns:p14="http://schemas.microsoft.com/office/powerpoint/2010/main" val="97307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0384-9790-056A-FD71-A0F28695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8F37F5-DACF-0FD6-79E4-B37B8C323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0" y="-76200"/>
            <a:ext cx="12344400" cy="69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0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84F3-F2C1-2DD6-544B-D12DB846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8294DA-C537-DF81-A76A-99131E0CF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833" y="-34413"/>
            <a:ext cx="12246667" cy="689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4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748B-9DAB-056A-6B6B-96D3765D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A766D4-35DE-6E54-C85B-9F8A4566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9C886D-AF17-022A-77A7-BE9EA9C1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01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1359-3886-FF1A-95C5-F96F3358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B7EF7-4BF7-0BD4-BEEB-35ECD28FB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4503" y="-19665"/>
            <a:ext cx="12619096" cy="71062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B83245-61FF-2A1C-6FB2-A3507407BB1A}"/>
              </a:ext>
            </a:extLst>
          </p:cNvPr>
          <p:cNvSpPr txBox="1"/>
          <p:nvPr/>
        </p:nvSpPr>
        <p:spPr>
          <a:xfrm>
            <a:off x="4912441" y="1188720"/>
            <a:ext cx="70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5F1E3"/>
                </a:highlight>
                <a:latin typeface="Baskerville Old Face" panose="02020602080505020303" pitchFamily="18" charset="0"/>
              </a:rPr>
              <a:t>GND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698E3-26B7-FC35-84DE-80F3E236CC10}"/>
              </a:ext>
            </a:extLst>
          </p:cNvPr>
          <p:cNvSpPr txBox="1"/>
          <p:nvPr/>
        </p:nvSpPr>
        <p:spPr>
          <a:xfrm>
            <a:off x="4879455" y="38862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5F1E3"/>
                </a:highlight>
                <a:latin typeface="Baskerville Old Face" panose="02020602080505020303" pitchFamily="18" charset="0"/>
              </a:rPr>
              <a:t>GND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44171F-EC17-BDD2-0148-319580CE5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399" y="3559780"/>
            <a:ext cx="3323189" cy="96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74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3556-1888-3F15-A4CF-0F9877CC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skerville Old Face" panose="02020602080505020303" pitchFamily="18" charset="0"/>
              </a:rPr>
              <a:t>Manual Calculation of Resistance and Capacitance: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8ED37F-2308-8D50-8A17-03AF465EC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700"/>
          <a:stretch>
            <a:fillRect/>
          </a:stretch>
        </p:blipFill>
        <p:spPr>
          <a:xfrm>
            <a:off x="3371184" y="1188720"/>
            <a:ext cx="4459031" cy="4595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57E8B0-6FE4-E99D-2326-3ED4419AFFD0}"/>
              </a:ext>
            </a:extLst>
          </p:cNvPr>
          <p:cNvSpPr txBox="1"/>
          <p:nvPr/>
        </p:nvSpPr>
        <p:spPr>
          <a:xfrm>
            <a:off x="9067800" y="2992304"/>
            <a:ext cx="21611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askerville Old Face" panose="02020602080505020303" pitchFamily="18" charset="0"/>
              </a:rPr>
              <a:t>VDD = </a:t>
            </a:r>
            <a:r>
              <a:rPr lang="en-US" b="1">
                <a:latin typeface="Baskerville Old Face" panose="02020602080505020303" pitchFamily="18" charset="0"/>
              </a:rPr>
              <a:t>1.8V</a:t>
            </a:r>
          </a:p>
          <a:p>
            <a:r>
              <a:rPr lang="en-US">
                <a:latin typeface="Baskerville Old Face" panose="02020602080505020303" pitchFamily="18" charset="0"/>
              </a:rPr>
              <a:t>Vth = </a:t>
            </a:r>
            <a:r>
              <a:rPr lang="en-US" b="1">
                <a:latin typeface="Baskerville Old Face" panose="02020602080505020303" pitchFamily="18" charset="0"/>
              </a:rPr>
              <a:t>0.4 V</a:t>
            </a:r>
          </a:p>
          <a:p>
            <a:r>
              <a:rPr lang="en-US">
                <a:latin typeface="Baskerville Old Face" panose="02020602080505020303" pitchFamily="18" charset="0"/>
              </a:rPr>
              <a:t>unCox = </a:t>
            </a:r>
            <a:r>
              <a:rPr lang="en-US" b="1">
                <a:latin typeface="Baskerville Old Face" panose="02020602080505020303" pitchFamily="18" charset="0"/>
              </a:rPr>
              <a:t>300 uA/V^2</a:t>
            </a: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59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99D2-699A-BA19-C955-235FFB13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Baskerville Old Face" panose="02020602080505020303" pitchFamily="18" charset="0"/>
              </a:rPr>
              <a:t>Elmore Delay Calculation: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769F-DBE8-0E48-B11D-96DFBAAB56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For Clk to Stage 1 Evaluation : </a:t>
            </a:r>
            <a:r>
              <a:rPr lang="en-US" b="1" dirty="0">
                <a:latin typeface="Baskerville Old Face" panose="02020602080505020303" pitchFamily="18" charset="0"/>
              </a:rPr>
              <a:t>16RC </a:t>
            </a:r>
            <a:r>
              <a:rPr lang="en-US" dirty="0">
                <a:latin typeface="Baskerville Old Face" panose="02020602080505020303" pitchFamily="18" charset="0"/>
              </a:rPr>
              <a:t>= 16 * 1.767 </a:t>
            </a:r>
            <a:r>
              <a:rPr lang="en-US" dirty="0" err="1">
                <a:latin typeface="Baskerville Old Face" panose="02020602080505020303" pitchFamily="18" charset="0"/>
              </a:rPr>
              <a:t>ps</a:t>
            </a:r>
            <a:r>
              <a:rPr lang="en-US" dirty="0">
                <a:latin typeface="Baskerville Old Face" panose="02020602080505020303" pitchFamily="18" charset="0"/>
              </a:rPr>
              <a:t> = </a:t>
            </a:r>
            <a:r>
              <a:rPr lang="en-US" b="1" dirty="0">
                <a:latin typeface="Baskerville Old Face" panose="02020602080505020303" pitchFamily="18" charset="0"/>
              </a:rPr>
              <a:t>28.272 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For Stage 1 to Stage 2 Evaluation : </a:t>
            </a:r>
            <a:r>
              <a:rPr lang="en-US" b="1" dirty="0">
                <a:latin typeface="Baskerville Old Face" panose="02020602080505020303" pitchFamily="18" charset="0"/>
              </a:rPr>
              <a:t>10RC </a:t>
            </a:r>
            <a:r>
              <a:rPr lang="en-US" dirty="0">
                <a:latin typeface="Baskerville Old Face" panose="02020602080505020303" pitchFamily="18" charset="0"/>
              </a:rPr>
              <a:t>= 10 *1.767 </a:t>
            </a:r>
            <a:r>
              <a:rPr lang="en-US" dirty="0" err="1">
                <a:latin typeface="Baskerville Old Face" panose="02020602080505020303" pitchFamily="18" charset="0"/>
              </a:rPr>
              <a:t>ps</a:t>
            </a:r>
            <a:r>
              <a:rPr lang="en-US" dirty="0">
                <a:latin typeface="Baskerville Old Face" panose="02020602080505020303" pitchFamily="18" charset="0"/>
              </a:rPr>
              <a:t> = </a:t>
            </a:r>
            <a:r>
              <a:rPr lang="en-US" b="1" dirty="0">
                <a:latin typeface="Baskerville Old Face" panose="02020602080505020303" pitchFamily="18" charset="0"/>
              </a:rPr>
              <a:t>17.67 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From Clk to Output: </a:t>
            </a:r>
            <a:r>
              <a:rPr lang="en-US" b="1" dirty="0">
                <a:latin typeface="Baskerville Old Face" panose="02020602080505020303" pitchFamily="18" charset="0"/>
              </a:rPr>
              <a:t>29RC </a:t>
            </a:r>
            <a:r>
              <a:rPr lang="en-US" dirty="0">
                <a:latin typeface="Baskerville Old Face" panose="02020602080505020303" pitchFamily="18" charset="0"/>
              </a:rPr>
              <a:t>= 29 * 1.767 </a:t>
            </a:r>
            <a:r>
              <a:rPr lang="en-US" dirty="0" err="1">
                <a:latin typeface="Baskerville Old Face" panose="02020602080505020303" pitchFamily="18" charset="0"/>
              </a:rPr>
              <a:t>ps</a:t>
            </a:r>
            <a:r>
              <a:rPr lang="en-US" dirty="0">
                <a:latin typeface="Baskerville Old Face" panose="02020602080505020303" pitchFamily="18" charset="0"/>
              </a:rPr>
              <a:t> = </a:t>
            </a:r>
            <a:r>
              <a:rPr lang="en-US" b="1" dirty="0">
                <a:latin typeface="Baskerville Old Face" panose="02020602080505020303" pitchFamily="18" charset="0"/>
              </a:rPr>
              <a:t>51.243 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Pre Charge Delay : </a:t>
            </a:r>
            <a:r>
              <a:rPr lang="en-US" b="1" dirty="0">
                <a:latin typeface="Baskerville Old Face" panose="02020602080505020303" pitchFamily="18" charset="0"/>
              </a:rPr>
              <a:t>20RC </a:t>
            </a:r>
            <a:r>
              <a:rPr lang="en-US" dirty="0">
                <a:latin typeface="Baskerville Old Face" panose="02020602080505020303" pitchFamily="18" charset="0"/>
              </a:rPr>
              <a:t>= 20 * 1.76 </a:t>
            </a:r>
            <a:r>
              <a:rPr lang="en-US" dirty="0" err="1">
                <a:latin typeface="Baskerville Old Face" panose="02020602080505020303" pitchFamily="18" charset="0"/>
              </a:rPr>
              <a:t>ps</a:t>
            </a:r>
            <a:r>
              <a:rPr lang="en-US" dirty="0">
                <a:latin typeface="Baskerville Old Face" panose="02020602080505020303" pitchFamily="18" charset="0"/>
              </a:rPr>
              <a:t> = </a:t>
            </a:r>
            <a:r>
              <a:rPr lang="en-US" b="1" dirty="0">
                <a:latin typeface="Baskerville Old Face" panose="02020602080505020303" pitchFamily="18" charset="0"/>
              </a:rPr>
              <a:t>35.2 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177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D4EBA6-25E4-1D40-AF2B-C0F7CC1308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20650" y="1676400"/>
            <a:ext cx="11950700" cy="498941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6ACEF-960E-5BE1-2599-4234CD3A4D7B}"/>
              </a:ext>
            </a:extLst>
          </p:cNvPr>
          <p:cNvSpPr txBox="1"/>
          <p:nvPr/>
        </p:nvSpPr>
        <p:spPr>
          <a:xfrm>
            <a:off x="609600" y="457200"/>
            <a:ext cx="937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Virtuoso Schematic of Two Stage And gate:</a:t>
            </a:r>
          </a:p>
        </p:txBody>
      </p:sp>
    </p:spTree>
    <p:extLst>
      <p:ext uri="{BB962C8B-B14F-4D97-AF65-F5344CB8AC3E}">
        <p14:creationId xmlns:p14="http://schemas.microsoft.com/office/powerpoint/2010/main" val="4099891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B915-9651-1206-2E22-5398DE40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D2FB-A9FA-7815-CFF6-1CB6578CB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A7101-778C-D8B0-06D6-EF6C593D0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15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98CE-6050-9857-EA6A-1D38A22D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askerville Old Face" panose="02020602080505020303" pitchFamily="18" charset="0"/>
              </a:rPr>
              <a:t>PreCharge</a:t>
            </a:r>
            <a:r>
              <a:rPr lang="en-US" dirty="0">
                <a:latin typeface="Baskerville Old Face" panose="02020602080505020303" pitchFamily="18" charset="0"/>
              </a:rPr>
              <a:t> Phase: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2B295-E264-9FDF-81B4-D4B0D1B9A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2" y="838200"/>
            <a:ext cx="12160718" cy="61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52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D4E9-BC35-E5B2-F19B-76346A2F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Evaluation Phase: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06D8E3-55BA-DB74-67A7-F3B65FF49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4088"/>
            <a:ext cx="122047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19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C6ACB0F-2B7F-217C-B1D4-D4A5A0E3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Evaluation Phase: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6DDA7-7994-24AC-C3C2-284208A85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04F66-851C-13B1-8088-CDE7DDECB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6" y="838200"/>
            <a:ext cx="11940448" cy="565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78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C158-EB48-B367-80EF-407F8ABA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 Charge Phase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2108C8-AB79-F65D-820F-44EC3529E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775" y="1182688"/>
            <a:ext cx="10329851" cy="50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09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DABA26E-ED30-9342-6E74-E0F54656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1"/>
            <a:ext cx="2356102" cy="838200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Output: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5ACAE4A-A430-D50F-C8CF-51A06335E35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1676400"/>
            <a:ext cx="3422902" cy="4438816"/>
          </a:xfrm>
        </p:spPr>
        <p:txBody>
          <a:bodyPr/>
          <a:lstStyle/>
          <a:p>
            <a:pPr lvl="0"/>
            <a:r>
              <a:rPr lang="en-US" b="1" dirty="0">
                <a:latin typeface="Baskerville Old Face" panose="02020602080505020303" pitchFamily="18" charset="0"/>
              </a:rPr>
              <a:t>Supply voltage:</a:t>
            </a:r>
            <a:r>
              <a:rPr lang="en-US" dirty="0">
                <a:latin typeface="Baskerville Old Face" panose="02020602080505020303" pitchFamily="18" charset="0"/>
              </a:rPr>
              <a:t> 1.8 V</a:t>
            </a:r>
          </a:p>
          <a:p>
            <a:pPr lvl="0"/>
            <a:r>
              <a:rPr lang="en-US" b="1" dirty="0">
                <a:latin typeface="Baskerville Old Face" panose="02020602080505020303" pitchFamily="18" charset="0"/>
              </a:rPr>
              <a:t>Clock period:</a:t>
            </a:r>
            <a:r>
              <a:rPr lang="en-US" dirty="0">
                <a:latin typeface="Baskerville Old Face" panose="02020602080505020303" pitchFamily="18" charset="0"/>
              </a:rPr>
              <a:t> 20 ns (50 MHz)</a:t>
            </a:r>
          </a:p>
          <a:p>
            <a:pPr lvl="0"/>
            <a:r>
              <a:rPr lang="en-US" b="1" dirty="0">
                <a:latin typeface="Baskerville Old Face" panose="02020602080505020303" pitchFamily="18" charset="0"/>
              </a:rPr>
              <a:t>Precharge phase (CLK = 0):</a:t>
            </a:r>
            <a:r>
              <a:rPr lang="en-US" dirty="0">
                <a:latin typeface="Baskerville Old Face" panose="02020602080505020303" pitchFamily="18" charset="0"/>
              </a:rPr>
              <a:t> Dynamic node charges HIGH; output is LOW.</a:t>
            </a:r>
          </a:p>
          <a:p>
            <a:pPr lvl="0"/>
            <a:r>
              <a:rPr lang="en-US" b="1" dirty="0">
                <a:latin typeface="Baskerville Old Face" panose="02020602080505020303" pitchFamily="18" charset="0"/>
              </a:rPr>
              <a:t>Evaluation phase (CLK = 1):</a:t>
            </a:r>
            <a:r>
              <a:rPr lang="en-US" dirty="0">
                <a:latin typeface="Baskerville Old Face" panose="02020602080505020303" pitchFamily="18" charset="0"/>
              </a:rPr>
              <a:t> Dynamic node discharges through the NMOS network when all inputs are HIGH, driving the output HIGH.</a:t>
            </a:r>
          </a:p>
          <a:p>
            <a:pPr lvl="0"/>
            <a:r>
              <a:rPr lang="en-US" b="1" dirty="0">
                <a:latin typeface="Baskerville Old Face" panose="02020602080505020303" pitchFamily="18" charset="0"/>
              </a:rPr>
              <a:t>Observed output:</a:t>
            </a:r>
            <a:r>
              <a:rPr lang="en-US" dirty="0">
                <a:latin typeface="Baskerville Old Face" panose="02020602080505020303" pitchFamily="18" charset="0"/>
              </a:rPr>
              <a:t> Swings between approximately 0 V and 1.8 V, following the clock.</a:t>
            </a:r>
          </a:p>
          <a:p>
            <a:pPr lvl="0"/>
            <a:r>
              <a:rPr lang="en-US" b="1" dirty="0">
                <a:latin typeface="Baskerville Old Face" panose="02020602080505020303" pitchFamily="18" charset="0"/>
              </a:rPr>
              <a:t>Transient response:</a:t>
            </a:r>
            <a:r>
              <a:rPr lang="en-US" dirty="0">
                <a:latin typeface="Baskerville Old Face" panose="02020602080505020303" pitchFamily="18" charset="0"/>
              </a:rPr>
              <a:t> Output transitions are observed at approximately 10 ns, 20 ns, and 30 ns.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10B42EA-4FF5-4EE6-DD81-3379C95A17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3805" r="23805"/>
          <a:stretch/>
        </p:blipFill>
        <p:spPr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853962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6DF9099-8969-FBB3-EDA5-845AAED50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>
            <a:normAutofit/>
          </a:bodyPr>
          <a:lstStyle/>
          <a:p>
            <a:r>
              <a:rPr lang="en-US">
                <a:latin typeface="Baskerville Old Face" panose="02020602080505020303" pitchFamily="18" charset="0"/>
              </a:rPr>
              <a:t>Delay Estimation from virtuoso: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36A4C7-06F1-4E6B-DD97-DB898668C5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Stage 1 dynamic node delay (/clk to /s1_dyna_0): </a:t>
            </a:r>
            <a:r>
              <a:rPr lang="en-US" sz="1800" b="1" dirty="0">
                <a:latin typeface="Baskerville Old Face" panose="02020602080505020303" pitchFamily="18" charset="0"/>
              </a:rPr>
              <a:t>8.43 ps.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Stage 1 inverter delay (/s1_dyna_0 to /stage1_out):</a:t>
            </a:r>
            <a:r>
              <a:rPr lang="en-US" sz="1800" b="1" dirty="0">
                <a:latin typeface="Baskerville Old Face" panose="02020602080505020303" pitchFamily="18" charset="0"/>
              </a:rPr>
              <a:t> 17.20 ps</a:t>
            </a:r>
            <a:r>
              <a:rPr lang="en-US" sz="1800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Stage 1 total evaluation delay (/clk to /stage1_out): </a:t>
            </a:r>
            <a:r>
              <a:rPr lang="en-US" sz="1800" b="1" dirty="0">
                <a:latin typeface="Baskerville Old Face" panose="02020602080505020303" pitchFamily="18" charset="0"/>
              </a:rPr>
              <a:t>25.63 ps</a:t>
            </a:r>
            <a:r>
              <a:rPr lang="en-US" sz="1800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Stage 2 dynamic node delay (/stage1_out to /s2_dyn_o): </a:t>
            </a:r>
            <a:r>
              <a:rPr lang="en-US" sz="1800" b="1" dirty="0">
                <a:latin typeface="Baskerville Old Face" panose="02020602080505020303" pitchFamily="18" charset="0"/>
              </a:rPr>
              <a:t>7.31 ps</a:t>
            </a:r>
            <a:r>
              <a:rPr lang="en-US" sz="1800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Stage 2 inverter delay (/s2_dyn_o to /out): </a:t>
            </a:r>
            <a:r>
              <a:rPr lang="en-US" sz="1800" b="1" dirty="0">
                <a:latin typeface="Baskerville Old Face" panose="02020602080505020303" pitchFamily="18" charset="0"/>
              </a:rPr>
              <a:t>11.37 ps</a:t>
            </a:r>
            <a:r>
              <a:rPr lang="en-US" sz="1800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Stage 2 total evaluation delay (/stage1_out to /out): </a:t>
            </a:r>
            <a:r>
              <a:rPr lang="en-US" sz="1800" b="1" dirty="0">
                <a:latin typeface="Baskerville Old Face" panose="02020602080505020303" pitchFamily="18" charset="0"/>
              </a:rPr>
              <a:t>18.68 ps.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Total clock-to-output evaluation delay (/clk to /out): </a:t>
            </a:r>
            <a:r>
              <a:rPr lang="en-US" sz="1800" b="1" dirty="0">
                <a:latin typeface="Baskerville Old Face" panose="02020602080505020303" pitchFamily="18" charset="0"/>
              </a:rPr>
              <a:t>44.31 ps.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Baskerville Old Face" panose="02020602080505020303" pitchFamily="18" charset="0"/>
              </a:rPr>
              <a:t>Precharge delay : </a:t>
            </a:r>
            <a:r>
              <a:rPr lang="en-US" sz="1800" b="1" dirty="0">
                <a:latin typeface="Baskerville Old Face" panose="02020602080505020303" pitchFamily="18" charset="0"/>
              </a:rPr>
              <a:t>40.821 ps.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8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973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72E7-DC3E-4AE1-4EFD-BE8F79AC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Elmore Delay vs. Virtuoso Simulation Results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A3744AE-D427-CB61-5B27-F594500316E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46180194"/>
              </p:ext>
            </p:extLst>
          </p:nvPr>
        </p:nvGraphicFramePr>
        <p:xfrm>
          <a:off x="838200" y="3129014"/>
          <a:ext cx="9140823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47349663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18216832"/>
                    </a:ext>
                  </a:extLst>
                </a:gridCol>
                <a:gridCol w="2587623">
                  <a:extLst>
                    <a:ext uri="{9D8B030D-6E8A-4147-A177-3AD203B41FA5}">
                      <a16:colId xmlns:a16="http://schemas.microsoft.com/office/drawing/2014/main" val="305890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Delay 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Elmore Delay (ps)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Simulated Delay (ps)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45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Stage 1 Total Evaluation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28.27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25.63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32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askerville Old Face" panose="02020602080505020303" pitchFamily="18" charset="0"/>
                        </a:rPr>
                        <a:t>Stage 2 Total Evaluation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17.67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18.68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09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askerville Old Face" panose="02020602080505020303" pitchFamily="18" charset="0"/>
                        </a:rPr>
                        <a:t>Total Clock-to-Output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Baskerville Old Face" panose="02020602080505020303" pitchFamily="18" charset="0"/>
                        </a:rPr>
                        <a:t>51.24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askerville Old Face" panose="02020602080505020303" pitchFamily="18" charset="0"/>
                        </a:rPr>
                        <a:t>44.31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18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askerville Old Face" panose="02020602080505020303" pitchFamily="18" charset="0"/>
                        </a:rPr>
                        <a:t>Pre Charge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askerville Old Face" panose="02020602080505020303" pitchFamily="18" charset="0"/>
                        </a:rPr>
                        <a:t>35.2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Baskerville Old Face" panose="02020602080505020303" pitchFamily="18" charset="0"/>
                        </a:rPr>
                        <a:t>40.821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893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817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8CF3-E700-DD12-2D00-C2817B13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A68FC-0306-EF52-F73E-4E39CEA934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743200"/>
            <a:ext cx="10363200" cy="3213494"/>
          </a:xfrm>
        </p:spPr>
        <p:txBody>
          <a:bodyPr/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Designed and simulated a two-stage Domino logic AND gate in Cadence Virtuoso and verified its </a:t>
            </a:r>
            <a:r>
              <a:rPr lang="en-US" dirty="0" err="1">
                <a:latin typeface="Baskerville Old Face" panose="02020602080505020303" pitchFamily="18" charset="0"/>
              </a:rPr>
              <a:t>precharge</a:t>
            </a:r>
            <a:r>
              <a:rPr lang="en-US" dirty="0">
                <a:latin typeface="Baskerville Old Face" panose="02020602080505020303" pitchFamily="18" charset="0"/>
              </a:rPr>
              <a:t> and evaluation phases using transient waveforms.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 total clock-to-output delay was </a:t>
            </a:r>
            <a:r>
              <a:rPr lang="en-US" b="1" dirty="0">
                <a:latin typeface="Baskerville Old Face" panose="02020602080505020303" pitchFamily="18" charset="0"/>
              </a:rPr>
              <a:t>51.24 </a:t>
            </a:r>
            <a:r>
              <a:rPr lang="en-US" b="1" dirty="0" err="1">
                <a:latin typeface="Baskerville Old Face" panose="02020602080505020303" pitchFamily="18" charset="0"/>
              </a:rPr>
              <a:t>ps</a:t>
            </a:r>
            <a:r>
              <a:rPr lang="en-US" b="1" dirty="0">
                <a:latin typeface="Baskerville Old Face" panose="02020602080505020303" pitchFamily="18" charset="0"/>
              </a:rPr>
              <a:t> (Elmore estimate)</a:t>
            </a:r>
            <a:r>
              <a:rPr lang="en-US" dirty="0">
                <a:latin typeface="Baskerville Old Face" panose="02020602080505020303" pitchFamily="18" charset="0"/>
              </a:rPr>
              <a:t> and </a:t>
            </a:r>
            <a:r>
              <a:rPr lang="en-US" b="1" dirty="0">
                <a:latin typeface="Baskerville Old Face" panose="02020602080505020303" pitchFamily="18" charset="0"/>
              </a:rPr>
              <a:t>44.31 </a:t>
            </a:r>
            <a:r>
              <a:rPr lang="en-US" b="1" dirty="0" err="1">
                <a:latin typeface="Baskerville Old Face" panose="02020602080505020303" pitchFamily="18" charset="0"/>
              </a:rPr>
              <a:t>ps</a:t>
            </a:r>
            <a:r>
              <a:rPr lang="en-US" b="1" dirty="0">
                <a:latin typeface="Baskerville Old Face" panose="02020602080505020303" pitchFamily="18" charset="0"/>
              </a:rPr>
              <a:t> (simulation)</a:t>
            </a:r>
            <a:r>
              <a:rPr lang="en-US" dirty="0">
                <a:latin typeface="Baskerville Old Face" panose="02020602080505020303" pitchFamily="18" charset="0"/>
              </a:rPr>
              <a:t>, with an absolute difference of </a:t>
            </a:r>
            <a:r>
              <a:rPr lang="en-US" b="1" dirty="0">
                <a:latin typeface="Baskerville Old Face" panose="02020602080505020303" pitchFamily="18" charset="0"/>
              </a:rPr>
              <a:t>6.93 ps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The percentage difference was </a:t>
            </a:r>
            <a:r>
              <a:rPr lang="en-US" b="1" dirty="0">
                <a:latin typeface="Baskerville Old Face" panose="02020602080505020303" pitchFamily="18" charset="0"/>
              </a:rPr>
              <a:t>13.53% relative to the Elmore estimate</a:t>
            </a:r>
            <a:r>
              <a:rPr lang="en-US" dirty="0">
                <a:latin typeface="Baskerville Old Face" panose="02020602080505020303" pitchFamily="18" charset="0"/>
              </a:rPr>
              <a:t>, indicating that the analytical model overestimated the simulated delay.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Elmore delay analysis provides a useful first-order timing estimate, while transistor-level simulation captures more realistic device behavior and circuit parasitic effects.</a:t>
            </a:r>
          </a:p>
          <a:p>
            <a:pPr algn="just"/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01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A9AE-0136-B61C-F4F5-D358781D0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Thank you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17BA0FD-5B18-ED07-0D1C-BC4F0C4E3A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K Sai Akhil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VLD26006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6063A4-E00C-7EDB-8DA9-C2596B496D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Memory Testing in Digital VLSI Designs">
            <a:extLst>
              <a:ext uri="{FF2B5EF4-FFF2-40B4-BE49-F238E27FC236}">
                <a16:creationId xmlns:a16="http://schemas.microsoft.com/office/drawing/2014/main" id="{22B90E13-1DB7-797F-19A6-98F9DE125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90683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611</TotalTime>
  <Words>1071</Words>
  <Application>Microsoft Office PowerPoint</Application>
  <PresentationFormat>Widescreen</PresentationFormat>
  <Paragraphs>114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Baskerville Old Face</vt:lpstr>
      <vt:lpstr>Neue Haas Grotesk Text Pro</vt:lpstr>
      <vt:lpstr>Wingdings</vt:lpstr>
      <vt:lpstr>Dune</vt:lpstr>
      <vt:lpstr>Multistage Domino Logic of AND Gate</vt:lpstr>
      <vt:lpstr>Problem Statement</vt:lpstr>
      <vt:lpstr>Objective</vt:lpstr>
      <vt:lpstr>Static CMOS</vt:lpstr>
      <vt:lpstr>What is Domino Logic?</vt:lpstr>
      <vt:lpstr>Dynamic CMOS:</vt:lpstr>
      <vt:lpstr>PowerPoint Presentation</vt:lpstr>
      <vt:lpstr>Domino Logic of AND Gate:</vt:lpstr>
      <vt:lpstr>PowerPoint Presentation</vt:lpstr>
      <vt:lpstr>PowerPoint Presentation</vt:lpstr>
      <vt:lpstr>D</vt:lpstr>
      <vt:lpstr>PowerPoint Presentation</vt:lpstr>
      <vt:lpstr>PowerPoint Presentation</vt:lpstr>
      <vt:lpstr>PowerPoint Presentation</vt:lpstr>
      <vt:lpstr>9</vt:lpstr>
      <vt:lpstr>Manual Calculation of Resistance and Capacitance:</vt:lpstr>
      <vt:lpstr>Elmore Delay Calculation:</vt:lpstr>
      <vt:lpstr>PowerPoint Presentation</vt:lpstr>
      <vt:lpstr>PowerPoint Presentation</vt:lpstr>
      <vt:lpstr>PreCharge Phase:</vt:lpstr>
      <vt:lpstr>Evaluation Phase:</vt:lpstr>
      <vt:lpstr>Evaluation Phase:</vt:lpstr>
      <vt:lpstr>Pre Charge Phase</vt:lpstr>
      <vt:lpstr>Output:</vt:lpstr>
      <vt:lpstr>Delay Estimation from virtuoso:</vt:lpstr>
      <vt:lpstr>Elmore Delay vs. Virtuoso Simulation Results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Akhil K</dc:creator>
  <cp:lastModifiedBy>Sai Akhil K</cp:lastModifiedBy>
  <cp:revision>2</cp:revision>
  <dcterms:created xsi:type="dcterms:W3CDTF">2026-10-14T12:50:09Z</dcterms:created>
  <dcterms:modified xsi:type="dcterms:W3CDTF">2026-10-16T08:29:48Z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